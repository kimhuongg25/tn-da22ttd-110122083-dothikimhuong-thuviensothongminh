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1.svg" ContentType="image/svg+xml"/>
  <Override PartName="/ppt/media/image14.svg" ContentType="image/svg+xml"/>
  <Override PartName="/ppt/media/image15.svg" ContentType="image/svg+xml"/>
  <Override PartName="/ppt/media/image17.svg" ContentType="image/svg+xml"/>
  <Override PartName="/ppt/media/image18.svg" ContentType="image/svg+xml"/>
  <Override PartName="/ppt/media/image2.svg" ContentType="image/svg+xml"/>
  <Override PartName="/ppt/media/image21.svg" ContentType="image/svg+xml"/>
  <Override PartName="/ppt/media/image22.svg" ContentType="image/svg+xml"/>
  <Override PartName="/ppt/media/image24.svg" ContentType="image/svg+xml"/>
  <Override PartName="/ppt/media/image25.svg" ContentType="image/svg+xml"/>
  <Override PartName="/ppt/media/image27.svg" ContentType="image/svg+xml"/>
  <Override PartName="/ppt/media/image28.svg" ContentType="image/svg+xml"/>
  <Override PartName="/ppt/media/image4.svg" ContentType="image/svg+xml"/>
  <Override PartName="/ppt/media/image6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  <p:sldId id="266" r:id="rId5"/>
    <p:sldId id="258" r:id="rId6"/>
    <p:sldId id="270" r:id="rId7"/>
    <p:sldId id="273" r:id="rId8"/>
    <p:sldId id="274" r:id="rId9"/>
    <p:sldId id="275" r:id="rId10"/>
    <p:sldId id="276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65" r:id="rId19"/>
  </p:sldIdLst>
  <p:sldSz cx="18288000" cy="10287000"/>
  <p:notesSz cx="6858000" cy="9144000"/>
  <p:embeddedFontLst>
    <p:embeddedFont>
      <p:font typeface="Poppins" panose="00000500000000000000"/>
      <p:regular r:id="rId23"/>
    </p:embeddedFont>
    <p:embeddedFont>
      <p:font typeface="Wingdings 3" panose="05040102010807070707" charset="2"/>
      <p:regular r:id="rId24"/>
    </p:embeddedFont>
    <p:embeddedFont>
      <p:font typeface="Trebuchet MS" panose="020B0603020202020204" charset="0"/>
      <p:regular r:id="rId25"/>
      <p:bold r:id="rId26"/>
      <p:italic r:id="rId27"/>
      <p:boldItalic r:id="rId28"/>
    </p:embeddedFont>
    <p:embeddedFont>
      <p:font typeface="Calibri" panose="020F0502020204030204" charset="0"/>
      <p:regular r:id="rId29"/>
      <p:bold r:id="rId30"/>
      <p:italic r:id="rId31"/>
      <p:boldItalic r:id="rId32"/>
    </p:embeddedFont>
  </p:embeddedFontLst>
  <p:custDataLst>
    <p:tags r:id="rId3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5" userDrawn="1">
          <p15:clr>
            <a:srgbClr val="A4A3A4"/>
          </p15:clr>
        </p15:guide>
        <p15:guide id="2" pos="28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75"/>
        <p:guide pos="28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gs" Target="tags/tag71.xml"/><Relationship Id="rId32" Type="http://schemas.openxmlformats.org/officeDocument/2006/relationships/font" Target="fonts/font10.fntdata"/><Relationship Id="rId31" Type="http://schemas.openxmlformats.org/officeDocument/2006/relationships/font" Target="fonts/font9.fntdata"/><Relationship Id="rId30" Type="http://schemas.openxmlformats.org/officeDocument/2006/relationships/font" Target="fonts/font8.fntdata"/><Relationship Id="rId3" Type="http://schemas.openxmlformats.org/officeDocument/2006/relationships/slide" Target="slides/slide1.xml"/><Relationship Id="rId29" Type="http://schemas.openxmlformats.org/officeDocument/2006/relationships/font" Target="fonts/font7.fntdata"/><Relationship Id="rId28" Type="http://schemas.openxmlformats.org/officeDocument/2006/relationships/font" Target="fonts/font6.fntdata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Kính th</a:t>
            </a:r>
            <a:r>
              <a:rPr lang="en-US" altLang="en-US"/>
              <a:t>ư</a:t>
            </a:r>
            <a:r>
              <a:rPr lang="en-US" altLang="en-US"/>
              <a:t>a qu</a:t>
            </a:r>
            <a:r>
              <a:rPr lang="en-US" altLang="en-US"/>
              <a:t>ý </a:t>
            </a:r>
            <a:r>
              <a:rPr lang="en-US" altLang="en-US"/>
              <a:t>Thầy Cô trong Hội </a:t>
            </a:r>
            <a:r>
              <a:rPr lang="en-US" altLang="en-US"/>
              <a:t>đ</a:t>
            </a:r>
            <a:r>
              <a:rPr lang="en-US" altLang="en-US"/>
              <a:t>ồng!</a:t>
            </a:r>
            <a:endParaRPr lang="en-US" altLang="en-US"/>
          </a:p>
          <a:p>
            <a:r>
              <a:rPr lang="en-US" altLang="en-US"/>
              <a:t>Em tên là </a:t>
            </a:r>
            <a:r>
              <a:rPr lang="en-US" altLang="en-US"/>
              <a:t>Đ</a:t>
            </a:r>
            <a:r>
              <a:rPr lang="en-US" altLang="en-US"/>
              <a:t>ỗ Thị Kim H</a:t>
            </a:r>
            <a:r>
              <a:rPr lang="en-US" altLang="en-US"/>
              <a:t>ư</a:t>
            </a:r>
            <a:r>
              <a:rPr lang="en-US" altLang="en-US"/>
              <a:t>ơng, sinh viên lớp DA22TTD</a:t>
            </a:r>
            <a:endParaRPr lang="en-US" altLang="en-US"/>
          </a:p>
          <a:p>
            <a:r>
              <a:rPr lang="en-US" altLang="en-US"/>
              <a:t>Hôm nay em xin trình bày </a:t>
            </a:r>
            <a:r>
              <a:rPr lang="en-US" altLang="en-US"/>
              <a:t>đ</a:t>
            </a:r>
            <a:r>
              <a:rPr lang="en-US" altLang="en-US"/>
              <a:t>ồ án tốt nghiệp với </a:t>
            </a:r>
            <a:r>
              <a:rPr lang="en-US" altLang="en-US"/>
              <a:t>đ</a:t>
            </a:r>
            <a:r>
              <a:rPr lang="en-US" altLang="en-US"/>
              <a:t>ề tài:</a:t>
            </a:r>
            <a:endParaRPr lang="en-US" altLang="en-US"/>
          </a:p>
          <a:p>
            <a:r>
              <a:rPr lang="en-US" altLang="en-US"/>
              <a:t>"Xây dựng Website Th</a:t>
            </a:r>
            <a:r>
              <a:rPr lang="en-US" altLang="en-US"/>
              <a:t>ư </a:t>
            </a:r>
            <a:r>
              <a:rPr lang="en-US" altLang="en-US"/>
              <a:t>viện số thông minh".</a:t>
            </a: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Bài trình bày của em gồm 5 phần chính:</a:t>
            </a: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Hiện nay, tại nhiều th</a:t>
            </a:r>
            <a:r>
              <a:rPr lang="en-US" altLang="en-US"/>
              <a:t>ư </a:t>
            </a:r>
            <a:r>
              <a:rPr lang="en-US" altLang="en-US"/>
              <a:t>viện, </a:t>
            </a:r>
            <a:r>
              <a:rPr lang="en-US" altLang="en-US"/>
              <a:t>đ</a:t>
            </a:r>
            <a:r>
              <a:rPr lang="en-US" altLang="en-US"/>
              <a:t>ặc biệt là các th</a:t>
            </a:r>
            <a:r>
              <a:rPr lang="en-US" altLang="en-US"/>
              <a:t>ư </a:t>
            </a:r>
            <a:r>
              <a:rPr lang="en-US" altLang="en-US"/>
              <a:t>viện tr</a:t>
            </a:r>
            <a:r>
              <a:rPr lang="en-US" altLang="en-US"/>
              <a:t>ư</a:t>
            </a:r>
            <a:r>
              <a:rPr lang="en-US" altLang="en-US"/>
              <a:t>ờng học, </a:t>
            </a:r>
            <a:endParaRPr lang="en-US" altLang="en-US"/>
          </a:p>
          <a:p>
            <a:r>
              <a:rPr lang="en-US" altLang="en-US"/>
              <a:t>việc quản l</a:t>
            </a:r>
            <a:r>
              <a:rPr lang="en-US" altLang="en-US"/>
              <a:t>ý </a:t>
            </a:r>
            <a:r>
              <a:rPr lang="en-US" altLang="en-US"/>
              <a:t>vẫn còn thực hiện theo ph</a:t>
            </a:r>
            <a:r>
              <a:rPr lang="en-US" altLang="en-US"/>
              <a:t>ư</a:t>
            </a:r>
            <a:r>
              <a:rPr lang="en-US" altLang="en-US"/>
              <a:t>ơng pháp truyền thống.</a:t>
            </a:r>
            <a:endParaRPr lang="en-US" altLang="en-US"/>
          </a:p>
          <a:p>
            <a:r>
              <a:rPr lang="en-US" altLang="en-US"/>
              <a:t>Đ</a:t>
            </a:r>
            <a:r>
              <a:rPr lang="en-US" altLang="en-US"/>
              <a:t>iều này dẫn </a:t>
            </a:r>
            <a:r>
              <a:rPr lang="en-US" altLang="en-US"/>
              <a:t>đ</a:t>
            </a:r>
            <a:r>
              <a:rPr lang="en-US" altLang="en-US"/>
              <a:t>ến nhiều khó kh</a:t>
            </a:r>
            <a:r>
              <a:rPr lang="en-US" altLang="en-US"/>
              <a:t>ă</a:t>
            </a:r>
            <a:r>
              <a:rPr lang="en-US" altLang="en-US"/>
              <a:t>n nh</a:t>
            </a:r>
            <a:r>
              <a:rPr lang="en-US" altLang="en-US"/>
              <a:t>ư:</a:t>
            </a:r>
            <a:endParaRPr lang="en-US" altLang="en-US"/>
          </a:p>
          <a:p>
            <a:r>
              <a:rPr lang="vi-VN"/>
              <a:t>.....</a:t>
            </a:r>
            <a:endParaRPr lang="vi-VN"/>
          </a:p>
          <a:p>
            <a:r>
              <a:rPr lang="en-US" altLang="en-US"/>
              <a:t>Từ những vấn đề đó, em lựa chọn xây dựng hệ thống thư viện số</a:t>
            </a:r>
            <a:r>
              <a:rPr lang="vi-VN" altLang="en-US"/>
              <a:t> thông minh</a:t>
            </a:r>
            <a:r>
              <a:rPr lang="en-US" altLang="en-US"/>
              <a:t> nhằm góp phần hiện </a:t>
            </a:r>
            <a:r>
              <a:rPr lang="en-US" altLang="en-US"/>
              <a:t>đ</a:t>
            </a:r>
            <a:r>
              <a:rPr lang="en-US" altLang="en-US"/>
              <a:t>ại hóa công tác quản l</a:t>
            </a:r>
            <a:r>
              <a:rPr lang="en-US" altLang="en-US"/>
              <a:t>ý </a:t>
            </a:r>
            <a:r>
              <a:rPr lang="en-US" altLang="en-US"/>
              <a:t>th</a:t>
            </a:r>
            <a:r>
              <a:rPr lang="en-US" altLang="en-US"/>
              <a:t>ư </a:t>
            </a:r>
            <a:r>
              <a:rPr lang="en-US" altLang="en-US"/>
              <a:t>viện.</a:t>
            </a:r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Từ thực tế trên, hệ thống cần </a:t>
            </a:r>
            <a:r>
              <a:rPr lang="en-US" altLang="en-US"/>
              <a:t>đ</a:t>
            </a:r>
            <a:r>
              <a:rPr lang="en-US" altLang="en-US"/>
              <a:t>áp ứng ba yêu cầu chính:</a:t>
            </a:r>
            <a:endParaRPr lang="en-US" altLang="en-US"/>
          </a:p>
          <a:p>
            <a:r>
              <a:rPr lang="vi-VN" altLang="en-US"/>
              <a:t>...</a:t>
            </a:r>
            <a:endParaRPr lang="vi-V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Đ</a:t>
            </a:r>
            <a:r>
              <a:rPr lang="en-US" altLang="en-US"/>
              <a:t>ể </a:t>
            </a:r>
            <a:r>
              <a:rPr lang="en-US" altLang="en-US"/>
              <a:t>đ</a:t>
            </a:r>
            <a:r>
              <a:rPr lang="en-US" altLang="en-US"/>
              <a:t>áp ứng các yêu cầu trên, </a:t>
            </a:r>
            <a:r>
              <a:rPr lang="en-US" altLang="en-US"/>
              <a:t>đ</a:t>
            </a:r>
            <a:r>
              <a:rPr lang="en-US" altLang="en-US"/>
              <a:t>ề tài h</a:t>
            </a:r>
            <a:r>
              <a:rPr lang="en-US" altLang="en-US"/>
              <a:t>ư</a:t>
            </a:r>
            <a:r>
              <a:rPr lang="en-US" altLang="en-US"/>
              <a:t>ớng tới ba nhóm mục tiêu.</a:t>
            </a:r>
            <a:endParaRPr lang="en-US" altLang="en-US"/>
          </a:p>
          <a:p>
            <a:r>
              <a:rPr lang="en-US" altLang="en-US"/>
              <a:t>Nhóm mục tiêu thứ nhất là xây dựng hệ thống quản l</a:t>
            </a:r>
            <a:r>
              <a:rPr lang="en-US" altLang="en-US"/>
              <a:t>ý </a:t>
            </a:r>
            <a:r>
              <a:rPr lang="en-US" altLang="en-US"/>
              <a:t>th</a:t>
            </a:r>
            <a:r>
              <a:rPr lang="en-US" altLang="en-US"/>
              <a:t>ư </a:t>
            </a:r>
            <a:r>
              <a:rPr lang="en-US" altLang="en-US"/>
              <a:t>viện số, bao gồm:</a:t>
            </a:r>
            <a:r>
              <a:rPr lang="vi-VN" altLang="en-US"/>
              <a:t>....</a:t>
            </a:r>
            <a:endParaRPr lang="en-US" altLang="en-US"/>
          </a:p>
          <a:p>
            <a:r>
              <a:rPr lang="en-US" altLang="en-US"/>
              <a:t>Nhóm mục tiêu thứ hai là tự </a:t>
            </a:r>
            <a:r>
              <a:rPr lang="en-US" altLang="en-US"/>
              <a:t>đ</a:t>
            </a:r>
            <a:r>
              <a:rPr lang="en-US" altLang="en-US"/>
              <a:t>ộng hóa nghiệp vụ nh</a:t>
            </a:r>
            <a:r>
              <a:rPr lang="en-US" altLang="en-US"/>
              <a:t>ư:</a:t>
            </a:r>
            <a:r>
              <a:rPr lang="vi-VN"/>
              <a:t>...</a:t>
            </a:r>
            <a:endParaRPr lang="vi-VN"/>
          </a:p>
          <a:p>
            <a:r>
              <a:rPr lang="en-US" altLang="en-US"/>
              <a:t>Nhóm mục tiêu cuối cùng là nâng cao trải nghiệm ng</a:t>
            </a:r>
            <a:r>
              <a:rPr lang="en-US" altLang="en-US"/>
              <a:t>ư</a:t>
            </a:r>
            <a:r>
              <a:rPr lang="en-US" altLang="en-US"/>
              <a:t>ời dùng thông qua:</a:t>
            </a:r>
            <a:r>
              <a:rPr lang="vi-VN" altLang="en-US"/>
              <a:t>....</a:t>
            </a:r>
            <a:endParaRPr lang="vi-V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Đ</a:t>
            </a:r>
            <a:r>
              <a:rPr lang="en-US" altLang="en-US"/>
              <a:t>ể xây dựng hệ thống, em sử dụng các công nghệ sau:</a:t>
            </a:r>
            <a:endParaRPr lang="en-US" altLang="en-US"/>
          </a:p>
          <a:p>
            <a:r>
              <a:rPr lang="en-US" altLang="en-US"/>
              <a:t>Ở phía Frontend sử dụng ReactJS </a:t>
            </a:r>
            <a:r>
              <a:rPr lang="en-US" altLang="en-US"/>
              <a:t>đ</a:t>
            </a:r>
            <a:r>
              <a:rPr lang="en-US" altLang="en-US"/>
              <a:t>ể xây dựng giao diện hiện </a:t>
            </a:r>
            <a:r>
              <a:rPr lang="en-US" altLang="en-US"/>
              <a:t>đ</a:t>
            </a:r>
            <a:r>
              <a:rPr lang="en-US" altLang="en-US"/>
              <a:t>ại và dễ mở rộng.</a:t>
            </a:r>
            <a:endParaRPr lang="en-US" altLang="en-US"/>
          </a:p>
          <a:p>
            <a:r>
              <a:rPr lang="en-US" altLang="en-US"/>
              <a:t>Backend sử dụng Node.js kết hợp với ExpressJS </a:t>
            </a:r>
            <a:r>
              <a:rPr lang="en-US" altLang="en-US"/>
              <a:t>đ</a:t>
            </a:r>
            <a:r>
              <a:rPr lang="en-US" altLang="en-US"/>
              <a:t>ể phát triển các API.</a:t>
            </a:r>
            <a:endParaRPr lang="en-US" altLang="en-US"/>
          </a:p>
          <a:p>
            <a:r>
              <a:rPr lang="en-US" altLang="en-US"/>
              <a:t>Dữ liệu </a:t>
            </a:r>
            <a:r>
              <a:rPr lang="en-US" altLang="en-US"/>
              <a:t>được l</a:t>
            </a:r>
            <a:r>
              <a:rPr lang="en-US" altLang="en-US"/>
              <a:t>ưu trữ trên MongoDB</a:t>
            </a:r>
            <a:r>
              <a:rPr lang="vi-VN" altLang="en-US"/>
              <a:t>.</a:t>
            </a:r>
            <a:endParaRPr lang="en-US" altLang="en-US"/>
          </a:p>
          <a:p>
            <a:r>
              <a:rPr lang="en-US" altLang="en-US"/>
              <a:t>Về bảo mật, hệ thống sử dụng JWT để xác thực người dùng và </a:t>
            </a:r>
            <a:r>
              <a:rPr lang="vi-VN" altLang="en-US"/>
              <a:t>Hash</a:t>
            </a:r>
            <a:r>
              <a:rPr lang="en-US" altLang="en-US"/>
              <a:t> </a:t>
            </a:r>
            <a:r>
              <a:rPr lang="en-US" altLang="en-US"/>
              <a:t>đ</a:t>
            </a:r>
            <a:r>
              <a:rPr lang="en-US" altLang="en-US"/>
              <a:t>ể mã hóa mật khẩu.</a:t>
            </a:r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Đ</a:t>
            </a:r>
            <a:r>
              <a:rPr lang="en-US" altLang="en-US"/>
              <a:t>ây là l</a:t>
            </a:r>
            <a:r>
              <a:rPr lang="en-US" altLang="en-US"/>
              <a:t>ư</a:t>
            </a:r>
            <a:r>
              <a:rPr lang="en-US" altLang="en-US"/>
              <a:t>ợc </a:t>
            </a:r>
            <a:r>
              <a:rPr lang="en-US" altLang="en-US"/>
              <a:t>đ</a:t>
            </a:r>
            <a:r>
              <a:rPr lang="en-US" altLang="en-US"/>
              <a:t>ồ cơ sở dữ liệu của hệ thống.</a:t>
            </a:r>
            <a:endParaRPr lang="en-US" altLang="en-US"/>
          </a:p>
          <a:p>
            <a:r>
              <a:rPr lang="en-US" altLang="en-US"/>
              <a:t>Các bảng dữ liệu chính gồm:</a:t>
            </a:r>
            <a:endParaRPr lang="en-US" altLang="en-US"/>
          </a:p>
          <a:p>
            <a:r>
              <a:rPr lang="en-US" altLang="en-US"/>
              <a:t>Ng</a:t>
            </a:r>
            <a:r>
              <a:rPr lang="en-US" altLang="en-US"/>
              <a:t>ư</a:t>
            </a:r>
            <a:r>
              <a:rPr lang="en-US" altLang="en-US"/>
              <a:t>ời dùng</a:t>
            </a:r>
            <a:r>
              <a:rPr lang="vi-VN" altLang="en-US"/>
              <a:t>, </a:t>
            </a:r>
            <a:r>
              <a:rPr lang="en-US" altLang="en-US"/>
              <a:t>Sách</a:t>
            </a:r>
            <a:r>
              <a:rPr lang="vi-VN" altLang="en-US"/>
              <a:t>, </a:t>
            </a:r>
            <a:r>
              <a:rPr lang="en-US" altLang="en-US"/>
              <a:t>Danh mục</a:t>
            </a:r>
            <a:r>
              <a:rPr lang="vi-VN" altLang="en-US"/>
              <a:t>, </a:t>
            </a:r>
            <a:r>
              <a:rPr lang="en-US" altLang="en-US"/>
              <a:t>Phiếu m</a:t>
            </a:r>
            <a:r>
              <a:rPr lang="en-US" altLang="en-US"/>
              <a:t>ư</a:t>
            </a:r>
            <a:r>
              <a:rPr lang="en-US" altLang="en-US"/>
              <a:t>ợn</a:t>
            </a:r>
            <a:r>
              <a:rPr lang="vi-VN" altLang="en-US"/>
              <a:t>, </a:t>
            </a:r>
            <a:r>
              <a:rPr lang="en-US" altLang="en-US"/>
              <a:t>Đ</a:t>
            </a:r>
            <a:r>
              <a:rPr lang="en-US" altLang="en-US"/>
              <a:t>ánh giá</a:t>
            </a:r>
            <a:r>
              <a:rPr lang="vi-VN" altLang="en-US"/>
              <a:t>, </a:t>
            </a:r>
            <a:r>
              <a:rPr lang="en-US" altLang="en-US"/>
              <a:t>Nhật k</a:t>
            </a:r>
            <a:r>
              <a:rPr lang="en-US" altLang="en-US"/>
              <a:t>ý </a:t>
            </a:r>
            <a:r>
              <a:rPr lang="en-US" altLang="en-US"/>
              <a:t>hoạt </a:t>
            </a:r>
            <a:r>
              <a:rPr lang="en-US" altLang="en-US"/>
              <a:t>đ</a:t>
            </a:r>
            <a:r>
              <a:rPr lang="en-US" altLang="en-US"/>
              <a:t>ộng</a:t>
            </a:r>
            <a:endParaRPr lang="en-US" altLang="en-US"/>
          </a:p>
          <a:p>
            <a:r>
              <a:rPr lang="en-US" altLang="en-US"/>
              <a:t>Các bảng </a:t>
            </a:r>
            <a:r>
              <a:rPr lang="en-US" altLang="en-US"/>
              <a:t>đư</a:t>
            </a:r>
            <a:r>
              <a:rPr lang="en-US" altLang="en-US"/>
              <a:t>ợc thiết kế có mối quan hệ chặt chẽ, giúp quản l</a:t>
            </a:r>
            <a:r>
              <a:rPr lang="en-US" altLang="en-US"/>
              <a:t>ý đ</a:t>
            </a:r>
            <a:r>
              <a:rPr lang="en-US" altLang="en-US"/>
              <a:t>ầy </a:t>
            </a:r>
            <a:r>
              <a:rPr lang="en-US" altLang="en-US"/>
              <a:t>đ</a:t>
            </a:r>
            <a:r>
              <a:rPr lang="en-US" altLang="en-US"/>
              <a:t>ủ quá trình m</a:t>
            </a:r>
            <a:r>
              <a:rPr lang="en-US" altLang="en-US"/>
              <a:t>ư</a:t>
            </a:r>
            <a:r>
              <a:rPr lang="en-US" altLang="en-US"/>
              <a:t>ợn trả và khai thác thông tin trong th</a:t>
            </a:r>
            <a:r>
              <a:rPr lang="en-US" altLang="en-US"/>
              <a:t>ư </a:t>
            </a:r>
            <a:r>
              <a:rPr lang="en-US" altLang="en-US"/>
              <a:t>viện.</a:t>
            </a:r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Đ</a:t>
            </a:r>
            <a:r>
              <a:rPr lang="en-US" altLang="en-US"/>
              <a:t>ây là sơ </a:t>
            </a:r>
            <a:r>
              <a:rPr lang="en-US" altLang="en-US"/>
              <a:t>đ</a:t>
            </a:r>
            <a:r>
              <a:rPr lang="en-US" altLang="en-US"/>
              <a:t>ồ Use Case tổng quát của hệ thống.</a:t>
            </a:r>
            <a:endParaRPr lang="en-US" altLang="en-US"/>
          </a:p>
          <a:p>
            <a:r>
              <a:rPr lang="en-US" altLang="en-US" b="1"/>
              <a:t>Hệ thống gồm 5 tác nhân chính gồm: </a:t>
            </a:r>
            <a:r>
              <a:rPr lang="en-US" altLang="en-US"/>
              <a:t>Khách, Ng</a:t>
            </a:r>
            <a:r>
              <a:rPr lang="en-US" altLang="en-US"/>
              <a:t>ư</a:t>
            </a:r>
            <a:r>
              <a:rPr lang="en-US" altLang="en-US"/>
              <a:t>ời dùng, </a:t>
            </a:r>
            <a:r>
              <a:rPr lang="en-US" altLang="en-US"/>
              <a:t>Đ</a:t>
            </a:r>
            <a:r>
              <a:rPr lang="en-US" altLang="en-US"/>
              <a:t>ộc giả, Quản trị viên và Hệ thống.</a:t>
            </a:r>
            <a:endParaRPr lang="en-US" altLang="en-US" b="1"/>
          </a:p>
          <a:p>
            <a:r>
              <a:rPr lang="en-US" altLang="en-US" b="1"/>
              <a:t>Mỗi nhóm </a:t>
            </a:r>
            <a:r>
              <a:rPr lang="en-US" altLang="en-US" b="1"/>
              <a:t>đư</a:t>
            </a:r>
            <a:r>
              <a:rPr lang="en-US" altLang="en-US" b="1"/>
              <a:t>ợc phân quyền khác nhau.</a:t>
            </a:r>
            <a:endParaRPr lang="en-US" altLang="en-US" b="1"/>
          </a:p>
          <a:p>
            <a:r>
              <a:rPr lang="en-US" altLang="en-US"/>
              <a:t>Khách: </a:t>
            </a:r>
            <a:r>
              <a:rPr lang="en-US" altLang="en-US"/>
              <a:t>Đă</a:t>
            </a:r>
            <a:r>
              <a:rPr lang="en-US" altLang="en-US"/>
              <a:t>ng k</a:t>
            </a:r>
            <a:r>
              <a:rPr lang="en-US" altLang="en-US"/>
              <a:t>ý </a:t>
            </a:r>
            <a:r>
              <a:rPr lang="en-US" altLang="en-US"/>
              <a:t>tài khoản, tìm kiếm và xem sách.</a:t>
            </a:r>
            <a:endParaRPr lang="en-US" altLang="en-US"/>
          </a:p>
          <a:p>
            <a:r>
              <a:rPr lang="en-US" altLang="en-US"/>
              <a:t>Ng</a:t>
            </a:r>
            <a:r>
              <a:rPr lang="en-US" altLang="en-US"/>
              <a:t>ư</a:t>
            </a:r>
            <a:r>
              <a:rPr lang="en-US" altLang="en-US"/>
              <a:t>ời dùng: Quản l</a:t>
            </a:r>
            <a:r>
              <a:rPr lang="en-US" altLang="en-US"/>
              <a:t>ý </a:t>
            </a:r>
            <a:r>
              <a:rPr lang="en-US" altLang="en-US"/>
              <a:t>thông tin cá nhân và </a:t>
            </a:r>
            <a:r>
              <a:rPr lang="en-US" altLang="en-US"/>
              <a:t>đă</a:t>
            </a:r>
            <a:r>
              <a:rPr lang="en-US" altLang="en-US"/>
              <a:t>ng xuất.</a:t>
            </a:r>
            <a:endParaRPr lang="en-US" altLang="en-US"/>
          </a:p>
          <a:p>
            <a:r>
              <a:rPr lang="en-US" altLang="en-US"/>
              <a:t>Đ</a:t>
            </a:r>
            <a:r>
              <a:rPr lang="en-US" altLang="en-US"/>
              <a:t>ộc giả: M</a:t>
            </a:r>
            <a:r>
              <a:rPr lang="en-US" altLang="en-US"/>
              <a:t>ư</a:t>
            </a:r>
            <a:r>
              <a:rPr lang="en-US" altLang="en-US"/>
              <a:t>ợn sách, theo d</a:t>
            </a:r>
            <a:r>
              <a:rPr lang="en-US" altLang="en-US"/>
              <a:t>õ</a:t>
            </a:r>
            <a:r>
              <a:rPr lang="en-US" altLang="en-US"/>
              <a:t>i lịch sử m</a:t>
            </a:r>
            <a:r>
              <a:rPr lang="en-US" altLang="en-US"/>
              <a:t>ư</a:t>
            </a:r>
            <a:r>
              <a:rPr lang="en-US" altLang="en-US"/>
              <a:t>ợn, </a:t>
            </a:r>
            <a:r>
              <a:rPr lang="en-US" altLang="en-US"/>
              <a:t>đ</a:t>
            </a:r>
            <a:r>
              <a:rPr lang="en-US" altLang="en-US"/>
              <a:t>ánh giá và bình luận.</a:t>
            </a:r>
            <a:endParaRPr lang="en-US" altLang="en-US"/>
          </a:p>
          <a:p>
            <a:r>
              <a:rPr lang="en-US" altLang="en-US"/>
              <a:t>Quản trị viên: Quản l</a:t>
            </a:r>
            <a:r>
              <a:rPr lang="en-US" altLang="en-US"/>
              <a:t>ý </a:t>
            </a:r>
            <a:r>
              <a:rPr lang="en-US" altLang="en-US"/>
              <a:t>sách, ng</a:t>
            </a:r>
            <a:r>
              <a:rPr lang="en-US" altLang="en-US"/>
              <a:t>ư</a:t>
            </a:r>
            <a:r>
              <a:rPr lang="en-US" altLang="en-US"/>
              <a:t>ời dùng, danh mục, phiếu m</a:t>
            </a:r>
            <a:r>
              <a:rPr lang="en-US" altLang="en-US"/>
              <a:t>ư</a:t>
            </a:r>
            <a:r>
              <a:rPr lang="en-US" altLang="en-US"/>
              <a:t>ợn, xác nhận trả sách, thống kê và báo cáo.</a:t>
            </a:r>
            <a:endParaRPr lang="en-US" altLang="en-US"/>
          </a:p>
          <a:p>
            <a:r>
              <a:rPr lang="en-US" altLang="en-US"/>
              <a:t>Hệ thống: Tự </a:t>
            </a:r>
            <a:r>
              <a:rPr lang="en-US" altLang="en-US"/>
              <a:t>đ</a:t>
            </a:r>
            <a:r>
              <a:rPr lang="en-US" altLang="en-US"/>
              <a:t>ộng hóa một số nghiệp vụ nh</a:t>
            </a:r>
            <a:r>
              <a:rPr lang="en-US" altLang="en-US"/>
              <a:t>ư </a:t>
            </a:r>
            <a:r>
              <a:rPr lang="en-US" altLang="en-US"/>
              <a:t>quản l</a:t>
            </a:r>
            <a:r>
              <a:rPr lang="en-US" altLang="en-US"/>
              <a:t>ý </a:t>
            </a:r>
            <a:r>
              <a:rPr lang="en-US" altLang="en-US"/>
              <a:t>kho sách và nhắc hạn trả.</a:t>
            </a:r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Sau quá trình xây dựng, hệ thống </a:t>
            </a:r>
            <a:r>
              <a:rPr lang="en-US" altLang="en-US"/>
              <a:t>đ</a:t>
            </a:r>
            <a:r>
              <a:rPr lang="en-US" altLang="en-US"/>
              <a:t>ã hoàn thành </a:t>
            </a:r>
            <a:r>
              <a:rPr lang="en-US" altLang="en-US"/>
              <a:t>đ</a:t>
            </a:r>
            <a:r>
              <a:rPr lang="en-US" altLang="en-US"/>
              <a:t>ầy </a:t>
            </a:r>
            <a:r>
              <a:rPr lang="en-US" altLang="en-US"/>
              <a:t>đ</a:t>
            </a:r>
            <a:r>
              <a:rPr lang="en-US" altLang="en-US"/>
              <a:t>ủ các chức n</a:t>
            </a:r>
            <a:r>
              <a:rPr lang="en-US" altLang="en-US"/>
              <a:t>ă</a:t>
            </a:r>
            <a:r>
              <a:rPr lang="en-US" altLang="en-US"/>
              <a:t>ng chính.</a:t>
            </a:r>
            <a:endParaRPr lang="en-US" altLang="en-US"/>
          </a:p>
          <a:p>
            <a:r>
              <a:rPr lang="en-US" altLang="en-US"/>
              <a:t>Một số giao diện tiêu biểu gồm:</a:t>
            </a:r>
            <a:r>
              <a:rPr lang="vi-VN" altLang="en-US"/>
              <a:t>.....</a:t>
            </a:r>
            <a:endParaRPr lang="vi-VN" altLang="en-US"/>
          </a:p>
          <a:p>
            <a:r>
              <a:rPr lang="en-US" altLang="en-US"/>
              <a:t>Sau </a:t>
            </a:r>
            <a:r>
              <a:rPr lang="en-US" altLang="en-US"/>
              <a:t>đ</a:t>
            </a:r>
            <a:r>
              <a:rPr lang="en-US" altLang="en-US"/>
              <a:t>ây em xin giới thiệu nhanh từng giao diện.</a:t>
            </a:r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Đ</a:t>
            </a:r>
            <a:r>
              <a:rPr lang="en-US" altLang="en-US"/>
              <a:t>ây là giao diện trang chủ.</a:t>
            </a:r>
            <a:endParaRPr lang="en-US" altLang="en-US"/>
          </a:p>
          <a:p>
            <a:r>
              <a:rPr lang="en-US" altLang="en-US"/>
              <a:t>hiển thị các thành phần chính nh</a:t>
            </a:r>
            <a:r>
              <a:rPr lang="en-US" altLang="en-US"/>
              <a:t>ư </a:t>
            </a:r>
            <a:r>
              <a:rPr lang="en-US" altLang="en-US"/>
              <a:t>thanh </a:t>
            </a:r>
            <a:r>
              <a:rPr lang="en-US" altLang="en-US"/>
              <a:t>đ</a:t>
            </a:r>
            <a:r>
              <a:rPr lang="en-US" altLang="en-US"/>
              <a:t>iều h</a:t>
            </a:r>
            <a:r>
              <a:rPr lang="en-US" altLang="en-US"/>
              <a:t>ư</a:t>
            </a:r>
            <a:r>
              <a:rPr lang="en-US" altLang="en-US"/>
              <a:t>ớng, ô tìm kiếm sách, danh mục thể loại, danh sách sách mới cập nhật và trợ l</a:t>
            </a:r>
            <a:r>
              <a:rPr lang="en-US" altLang="en-US"/>
              <a:t>ý </a:t>
            </a:r>
            <a:r>
              <a:rPr lang="en-US" altLang="en-US"/>
              <a:t>ảo AI. </a:t>
            </a:r>
            <a:endParaRPr lang="en-US" altLang="en-US"/>
          </a:p>
          <a:p>
            <a:r>
              <a:rPr lang="en-US" altLang="en-US"/>
              <a:t>Các chức n</a:t>
            </a:r>
            <a:r>
              <a:rPr lang="en-US" altLang="en-US"/>
              <a:t>ă</a:t>
            </a:r>
            <a:r>
              <a:rPr lang="en-US" altLang="en-US"/>
              <a:t>ng tìm kiếm bằng v</a:t>
            </a:r>
            <a:r>
              <a:rPr lang="en-US" altLang="en-US"/>
              <a:t>ă</a:t>
            </a:r>
            <a:r>
              <a:rPr lang="en-US" altLang="en-US"/>
              <a:t>n bản, hình ảnh </a:t>
            </a:r>
            <a:r>
              <a:rPr lang="en-US" altLang="en-US"/>
              <a:t>đư</a:t>
            </a:r>
            <a:r>
              <a:rPr lang="en-US" altLang="en-US"/>
              <a:t>ợc tích hợp nhằm giúp ng</a:t>
            </a:r>
            <a:r>
              <a:rPr lang="en-US" altLang="en-US"/>
              <a:t>ư</a:t>
            </a:r>
            <a:r>
              <a:rPr lang="en-US" altLang="en-US"/>
              <a:t>ời dùng tra cứu thông tin thuận tiện hơn.</a:t>
            </a:r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Đ</a:t>
            </a:r>
            <a:r>
              <a:rPr lang="en-US" altLang="en-US"/>
              <a:t>ây là giao diện chi tiết sách.</a:t>
            </a:r>
            <a:endParaRPr lang="en-US" altLang="en-US"/>
          </a:p>
          <a:p>
            <a:r>
              <a:rPr lang="en-US" altLang="en-US"/>
              <a:t>Đ</a:t>
            </a:r>
            <a:r>
              <a:rPr lang="en-US" altLang="en-US"/>
              <a:t>ộc giả có thể xem </a:t>
            </a:r>
            <a:r>
              <a:rPr lang="en-US" altLang="en-US"/>
              <a:t>đ</a:t>
            </a:r>
            <a:r>
              <a:rPr lang="en-US" altLang="en-US"/>
              <a:t>ầy </a:t>
            </a:r>
            <a:r>
              <a:rPr lang="en-US" altLang="en-US"/>
              <a:t>đ</a:t>
            </a:r>
            <a:r>
              <a:rPr lang="en-US" altLang="en-US"/>
              <a:t>ủ thông tin của sách nh</a:t>
            </a:r>
            <a:r>
              <a:rPr lang="en-US" altLang="en-US"/>
              <a:t>ư </a:t>
            </a:r>
            <a:r>
              <a:rPr lang="en-US" altLang="en-US"/>
              <a:t>hình ảnh, tác giả, thể loại, nhà xuất bản, vị trí l</a:t>
            </a:r>
            <a:r>
              <a:rPr lang="en-US" altLang="en-US"/>
              <a:t>ư</a:t>
            </a:r>
            <a:r>
              <a:rPr lang="en-US" altLang="en-US"/>
              <a:t>u trữ và tình trạng còn sách. </a:t>
            </a:r>
            <a:endParaRPr lang="en-US" altLang="en-US"/>
          </a:p>
          <a:p>
            <a:r>
              <a:rPr lang="en-US" altLang="en-US"/>
              <a:t>Ngoài ra, ng</a:t>
            </a:r>
            <a:r>
              <a:rPr lang="en-US" altLang="en-US"/>
              <a:t>ư</a:t>
            </a:r>
            <a:r>
              <a:rPr lang="en-US" altLang="en-US"/>
              <a:t>ời dùng có thể thêm sách vào danh sách yêu thích, tạo phiếu m</a:t>
            </a:r>
            <a:r>
              <a:rPr lang="en-US" altLang="en-US"/>
              <a:t>ư</a:t>
            </a:r>
            <a:r>
              <a:rPr lang="en-US" altLang="en-US"/>
              <a:t>ợn trực tuyến và </a:t>
            </a:r>
            <a:r>
              <a:rPr lang="en-US" altLang="en-US"/>
              <a:t>đ</a:t>
            </a:r>
            <a:r>
              <a:rPr lang="en-US" altLang="en-US"/>
              <a:t>ánh giá sau khi </a:t>
            </a:r>
            <a:r>
              <a:rPr lang="en-US" altLang="en-US"/>
              <a:t>đ</a:t>
            </a:r>
            <a:r>
              <a:rPr lang="en-US" altLang="en-US"/>
              <a:t>ọc.</a:t>
            </a:r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Đ</a:t>
            </a:r>
            <a:r>
              <a:rPr lang="en-US" altLang="en-US"/>
              <a:t>ây là giao diện quản l</a:t>
            </a:r>
            <a:r>
              <a:rPr lang="en-US" altLang="en-US"/>
              <a:t>ý </a:t>
            </a:r>
            <a:r>
              <a:rPr lang="en-US" altLang="en-US"/>
              <a:t>kho sách dành cho quản trị viên.</a:t>
            </a:r>
            <a:endParaRPr lang="en-US" altLang="en-US"/>
          </a:p>
          <a:p>
            <a:r>
              <a:rPr lang="en-US" altLang="en-US"/>
              <a:t>Hệ thống hiển thị danh sách sách với các thông tin cơ bản nh</a:t>
            </a:r>
            <a:r>
              <a:rPr lang="" altLang="en-US"/>
              <a:t>ư </a:t>
            </a:r>
            <a:r>
              <a:rPr lang="en-US" altLang="en-US"/>
              <a:t>tên sách, tác giả, danh mục, nhà xuất bản, vị trí l</a:t>
            </a:r>
            <a:r>
              <a:rPr lang="" altLang="en-US"/>
              <a:t>ư</a:t>
            </a:r>
            <a:r>
              <a:rPr lang="en-US" altLang="en-US"/>
              <a:t>u trữ và số l</a:t>
            </a:r>
            <a:r>
              <a:rPr lang="" altLang="en-US"/>
              <a:t>ư</a:t>
            </a:r>
            <a:r>
              <a:rPr lang="en-US" altLang="en-US"/>
              <a:t>ợng. </a:t>
            </a:r>
            <a:endParaRPr lang="en-US" altLang="en-US"/>
          </a:p>
          <a:p>
            <a:r>
              <a:rPr lang="en-US" altLang="en-US"/>
              <a:t>Quản trị viên có thể tìm kiếm, thêm, sửa, xóa sách</a:t>
            </a:r>
            <a:endParaRPr lang="en-US" altLang="en-US"/>
          </a:p>
          <a:p>
            <a:r>
              <a:rPr lang="en-US" altLang="en-US"/>
              <a:t> </a:t>
            </a:r>
            <a:r>
              <a:rPr lang="" altLang="en-US"/>
              <a:t>đ</a:t>
            </a:r>
            <a:r>
              <a:rPr lang="en-US" altLang="en-US"/>
              <a:t>ồng thời chuyển </a:t>
            </a:r>
            <a:r>
              <a:rPr lang="" altLang="en-US"/>
              <a:t>đ</a:t>
            </a:r>
            <a:r>
              <a:rPr lang="en-US" altLang="en-US"/>
              <a:t>ổi sang các chức n</a:t>
            </a:r>
            <a:r>
              <a:rPr lang="" altLang="en-US"/>
              <a:t>ă</a:t>
            </a:r>
            <a:r>
              <a:rPr lang="en-US" altLang="en-US"/>
              <a:t>ng quản l</a:t>
            </a:r>
            <a:r>
              <a:rPr lang="" altLang="en-US"/>
              <a:t>ý </a:t>
            </a:r>
            <a:r>
              <a:rPr lang="en-US" altLang="en-US"/>
              <a:t>danh mục và quản l</a:t>
            </a:r>
            <a:r>
              <a:rPr lang="" altLang="en-US"/>
              <a:t>ý </a:t>
            </a:r>
            <a:r>
              <a:rPr lang="en-US" altLang="en-US"/>
              <a:t>phiếu m</a:t>
            </a:r>
            <a:r>
              <a:rPr lang="" altLang="en-US"/>
              <a:t>ư</a:t>
            </a:r>
            <a:r>
              <a:rPr lang="en-US" altLang="en-US"/>
              <a:t>ợn.</a:t>
            </a:r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Đ</a:t>
            </a:r>
            <a:r>
              <a:rPr lang="en-US" altLang="en-US"/>
              <a:t>ây là giao diện quản l</a:t>
            </a:r>
            <a:r>
              <a:rPr lang="en-US" altLang="en-US"/>
              <a:t>ý </a:t>
            </a:r>
            <a:r>
              <a:rPr lang="en-US" altLang="en-US"/>
              <a:t>phiếu m</a:t>
            </a:r>
            <a:r>
              <a:rPr lang="en-US" altLang="en-US"/>
              <a:t>ư</a:t>
            </a:r>
            <a:r>
              <a:rPr lang="en-US" altLang="en-US"/>
              <a:t>ợn.</a:t>
            </a:r>
            <a:endParaRPr lang="en-US" altLang="en-US"/>
          </a:p>
          <a:p>
            <a:r>
              <a:rPr lang="en-US" altLang="en-US"/>
              <a:t>Giao diện cho phép quản trị viên theo d</a:t>
            </a:r>
            <a:r>
              <a:rPr lang="" altLang="en-US"/>
              <a:t>õ</a:t>
            </a:r>
            <a:r>
              <a:rPr lang="en-US" altLang="en-US"/>
              <a:t>i và quản l</a:t>
            </a:r>
            <a:r>
              <a:rPr lang="" altLang="en-US"/>
              <a:t>ý </a:t>
            </a:r>
            <a:r>
              <a:rPr lang="en-US" altLang="en-US"/>
              <a:t>các phiếu m</a:t>
            </a:r>
            <a:r>
              <a:rPr lang="" altLang="en-US"/>
              <a:t>ư</a:t>
            </a:r>
            <a:r>
              <a:rPr lang="en-US" altLang="en-US"/>
              <a:t>ợn sách. </a:t>
            </a:r>
            <a:endParaRPr lang="en-US" altLang="en-US"/>
          </a:p>
          <a:p>
            <a:r>
              <a:rPr lang="en-US" altLang="en-US"/>
              <a:t>Hệ thống hỗ trợ tìm kiếm, lọc theo trạng thái, </a:t>
            </a:r>
            <a:endParaRPr lang="en-US" altLang="en-US"/>
          </a:p>
          <a:p>
            <a:r>
              <a:rPr lang="" altLang="en-US"/>
              <a:t>đ</a:t>
            </a:r>
            <a:r>
              <a:rPr lang="en-US" altLang="en-US"/>
              <a:t>ồng thời cho phép xuất báo cáo Excel </a:t>
            </a:r>
            <a:r>
              <a:rPr lang="" altLang="en-US"/>
              <a:t>đ</a:t>
            </a:r>
            <a:r>
              <a:rPr lang="en-US" altLang="en-US"/>
              <a:t>ể thống kê và quản l</a:t>
            </a:r>
            <a:r>
              <a:rPr lang="" altLang="en-US"/>
              <a:t>ý </a:t>
            </a:r>
            <a:r>
              <a:rPr lang="en-US" altLang="en-US"/>
              <a:t>dữ liệu.</a:t>
            </a:r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Qua quá trình thực hiện, em </a:t>
            </a:r>
            <a:r>
              <a:rPr lang="en-US" altLang="en-US"/>
              <a:t>đ</a:t>
            </a:r>
            <a:r>
              <a:rPr lang="en-US" altLang="en-US"/>
              <a:t>ã hoàn thành việc xây dựng một hệ thống th</a:t>
            </a:r>
            <a:r>
              <a:rPr lang="en-US" altLang="en-US"/>
              <a:t>ư </a:t>
            </a:r>
            <a:r>
              <a:rPr lang="en-US" altLang="en-US"/>
              <a:t>viện số hoàn chỉnh.</a:t>
            </a:r>
            <a:endParaRPr lang="en-US" altLang="en-US"/>
          </a:p>
          <a:p>
            <a:r>
              <a:rPr lang="en-US" altLang="en-US"/>
              <a:t>Hệ thống giúp:</a:t>
            </a:r>
            <a:r>
              <a:rPr lang="vi-VN" altLang="en-US"/>
              <a:t> </a:t>
            </a:r>
            <a:r>
              <a:rPr lang="en-US" altLang="en-US"/>
              <a:t>Giảm thao tác thủ công.</a:t>
            </a:r>
            <a:r>
              <a:rPr lang="vi-VN" altLang="en-US"/>
              <a:t>....</a:t>
            </a:r>
            <a:endParaRPr lang="vi-VN" altLang="en-US"/>
          </a:p>
          <a:p>
            <a:endParaRPr lang="vi-V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Trong thời gian tới, em mong muốn tiếp tục phát triển hệ thống bằng cách:</a:t>
            </a:r>
            <a:r>
              <a:rPr lang="vi-VN" altLang="en-US"/>
              <a:t>...</a:t>
            </a:r>
            <a:endParaRPr lang="vi-V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Phần trình bày của em </a:t>
            </a:r>
            <a:r>
              <a:rPr lang="en-US" altLang="en-US"/>
              <a:t>đ</a:t>
            </a:r>
            <a:r>
              <a:rPr lang="en-US" altLang="en-US"/>
              <a:t>ến </a:t>
            </a:r>
            <a:r>
              <a:rPr lang="en-US" altLang="en-US"/>
              <a:t>đ</a:t>
            </a:r>
            <a:r>
              <a:rPr lang="en-US" altLang="en-US"/>
              <a:t>ây là hết.</a:t>
            </a:r>
            <a:endParaRPr lang="en-US" altLang="en-US"/>
          </a:p>
          <a:p>
            <a:r>
              <a:rPr lang="en-US" altLang="en-US"/>
              <a:t>Em xin chân thành cảm ơn qu</a:t>
            </a:r>
            <a:r>
              <a:rPr lang="en-US" altLang="en-US"/>
              <a:t>ý </a:t>
            </a:r>
            <a:r>
              <a:rPr lang="en-US" altLang="en-US"/>
              <a:t>Thầy Cô </a:t>
            </a:r>
            <a:r>
              <a:rPr lang="en-US" altLang="en-US"/>
              <a:t>đ</a:t>
            </a:r>
            <a:r>
              <a:rPr lang="en-US" altLang="en-US"/>
              <a:t>ã lắng nghe.</a:t>
            </a:r>
            <a:endParaRPr lang="en-US" altLang="en-US"/>
          </a:p>
          <a:p>
            <a:r>
              <a:rPr lang="en-US" altLang="en-US"/>
              <a:t>Tiếp theo, em xin phép chuyển sang phần demo hệ thống </a:t>
            </a:r>
            <a:r>
              <a:rPr lang="en-US" altLang="en-US"/>
              <a:t>đ</a:t>
            </a:r>
            <a:r>
              <a:rPr lang="en-US" altLang="en-US"/>
              <a:t>ể giới thiệu một số chức n</a:t>
            </a:r>
            <a:r>
              <a:rPr lang="en-US" altLang="en-US"/>
              <a:t>ă</a:t>
            </a:r>
            <a:r>
              <a:rPr lang="en-US" altLang="en-US"/>
              <a:t>ng chính và cách hệ thống hoạt </a:t>
            </a:r>
            <a:r>
              <a:rPr lang="en-US" altLang="en-US"/>
              <a:t>đ</a:t>
            </a:r>
            <a:r>
              <a:rPr lang="en-US" altLang="en-US"/>
              <a:t>ộng trong thực tế.</a:t>
            </a:r>
            <a:endParaRPr lang="en-US" altLang="en-US"/>
          </a:p>
          <a:p>
            <a:r>
              <a:rPr lang="en-US" altLang="en-US" i="1"/>
              <a:t>em </a:t>
            </a:r>
            <a:r>
              <a:rPr lang="en-US" altLang="en-US" i="1"/>
              <a:t>đ</a:t>
            </a:r>
            <a:r>
              <a:rPr lang="en-US" altLang="en-US" i="1"/>
              <a:t>ã trình bày và demo các chức n</a:t>
            </a:r>
            <a:r>
              <a:rPr lang="en-US" altLang="en-US" i="1"/>
              <a:t>ă</a:t>
            </a:r>
            <a:r>
              <a:rPr lang="en-US" altLang="en-US" i="1"/>
              <a:t>ng chính của hệ thống Website Th</a:t>
            </a:r>
            <a:r>
              <a:rPr lang="en-US" altLang="en-US" i="1"/>
              <a:t>ư </a:t>
            </a:r>
            <a:r>
              <a:rPr lang="en-US" altLang="en-US" i="1"/>
              <a:t>viện số thông minh.</a:t>
            </a:r>
            <a:endParaRPr lang="en-US" altLang="en-US" i="1"/>
          </a:p>
          <a:p>
            <a:r>
              <a:rPr lang="en-US" altLang="en-US" i="1"/>
              <a:t>Em xin chân thành cảm ơn quý Thầy Cô đã lắng nghe và rất mong nhận được những góp ý </a:t>
            </a:r>
            <a:r>
              <a:rPr lang="vi-VN" altLang="en-US" i="1"/>
              <a:t>của quý thầy </a:t>
            </a:r>
            <a:r>
              <a:rPr lang="vi-VN" altLang="en-US" i="1"/>
              <a:t>cô</a:t>
            </a:r>
            <a:endParaRPr lang="vi-VN" altLang="en-US" i="1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tags" Target="../tags/tag2.xml"/><Relationship Id="rId7" Type="http://schemas.openxmlformats.org/officeDocument/2006/relationships/tags" Target="../tags/tag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3" Type="http://schemas.openxmlformats.org/officeDocument/2006/relationships/notesSlide" Target="../notesSlides/notesSlide1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4.xml"/><Relationship Id="rId10" Type="http://schemas.openxmlformats.org/officeDocument/2006/relationships/tags" Target="../tags/tag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0" Type="http://schemas.openxmlformats.org/officeDocument/2006/relationships/notesSlide" Target="../notesSlides/notesSlide2.xml"/><Relationship Id="rId2" Type="http://schemas.openxmlformats.org/officeDocument/2006/relationships/image" Target="../media/image9.svg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image" Target="../media/image6.svg"/><Relationship Id="rId3" Type="http://schemas.openxmlformats.org/officeDocument/2006/relationships/image" Target="../media/image13.png"/><Relationship Id="rId2" Type="http://schemas.openxmlformats.org/officeDocument/2006/relationships/image" Target="../media/image2.sv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image" Target="../media/image11.svg"/><Relationship Id="rId3" Type="http://schemas.openxmlformats.org/officeDocument/2006/relationships/image" Target="../media/image13.png"/><Relationship Id="rId2" Type="http://schemas.openxmlformats.org/officeDocument/2006/relationships/image" Target="../media/image9.svg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image" Target="../media/image11.svg"/><Relationship Id="rId3" Type="http://schemas.openxmlformats.org/officeDocument/2006/relationships/image" Target="../media/image13.png"/><Relationship Id="rId2" Type="http://schemas.openxmlformats.org/officeDocument/2006/relationships/image" Target="../media/image9.svg"/><Relationship Id="rId15" Type="http://schemas.openxmlformats.org/officeDocument/2006/relationships/notesSlide" Target="../notesSlides/notesSlide5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39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image" Target="../media/image11.svg"/><Relationship Id="rId3" Type="http://schemas.openxmlformats.org/officeDocument/2006/relationships/image" Target="../media/image13.png"/><Relationship Id="rId26" Type="http://schemas.openxmlformats.org/officeDocument/2006/relationships/notesSlide" Target="../notesSlides/notesSlide6.xml"/><Relationship Id="rId25" Type="http://schemas.openxmlformats.org/officeDocument/2006/relationships/slideLayout" Target="../slideLayouts/slideLayout7.xml"/><Relationship Id="rId24" Type="http://schemas.openxmlformats.org/officeDocument/2006/relationships/tags" Target="../tags/tag59.xml"/><Relationship Id="rId23" Type="http://schemas.openxmlformats.org/officeDocument/2006/relationships/tags" Target="../tags/tag58.xml"/><Relationship Id="rId22" Type="http://schemas.openxmlformats.org/officeDocument/2006/relationships/tags" Target="../tags/tag57.xml"/><Relationship Id="rId21" Type="http://schemas.openxmlformats.org/officeDocument/2006/relationships/tags" Target="../tags/tag56.xml"/><Relationship Id="rId20" Type="http://schemas.openxmlformats.org/officeDocument/2006/relationships/tags" Target="../tags/tag55.xml"/><Relationship Id="rId2" Type="http://schemas.openxmlformats.org/officeDocument/2006/relationships/image" Target="../media/image9.svg"/><Relationship Id="rId19" Type="http://schemas.openxmlformats.org/officeDocument/2006/relationships/tags" Target="../tags/tag54.xml"/><Relationship Id="rId18" Type="http://schemas.openxmlformats.org/officeDocument/2006/relationships/tags" Target="../tags/tag53.xml"/><Relationship Id="rId17" Type="http://schemas.openxmlformats.org/officeDocument/2006/relationships/tags" Target="../tags/tag52.xml"/><Relationship Id="rId16" Type="http://schemas.openxmlformats.org/officeDocument/2006/relationships/tags" Target="../tags/tag51.xml"/><Relationship Id="rId15" Type="http://schemas.openxmlformats.org/officeDocument/2006/relationships/tags" Target="../tags/tag50.xml"/><Relationship Id="rId14" Type="http://schemas.openxmlformats.org/officeDocument/2006/relationships/tags" Target="../tags/tag49.xml"/><Relationship Id="rId13" Type="http://schemas.openxmlformats.org/officeDocument/2006/relationships/tags" Target="../tags/tag48.xml"/><Relationship Id="rId12" Type="http://schemas.openxmlformats.org/officeDocument/2006/relationships/tags" Target="../tags/tag47.xml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svg"/><Relationship Id="rId3" Type="http://schemas.openxmlformats.org/officeDocument/2006/relationships/image" Target="../media/image10.png"/><Relationship Id="rId2" Type="http://schemas.openxmlformats.org/officeDocument/2006/relationships/image" Target="../media/image14.sv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svg"/><Relationship Id="rId3" Type="http://schemas.openxmlformats.org/officeDocument/2006/relationships/image" Target="../media/image10.png"/><Relationship Id="rId2" Type="http://schemas.openxmlformats.org/officeDocument/2006/relationships/image" Target="../media/image17.sv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image" Target="../media/image11.svg"/><Relationship Id="rId3" Type="http://schemas.openxmlformats.org/officeDocument/2006/relationships/image" Target="../media/image13.png"/><Relationship Id="rId2" Type="http://schemas.openxmlformats.org/officeDocument/2006/relationships/image" Target="../media/image9.svg"/><Relationship Id="rId17" Type="http://schemas.openxmlformats.org/officeDocument/2006/relationships/notesSlide" Target="../notesSlides/notesSlide9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70.xml"/><Relationship Id="rId14" Type="http://schemas.openxmlformats.org/officeDocument/2006/relationships/tags" Target="../tags/tag69.xml"/><Relationship Id="rId13" Type="http://schemas.openxmlformats.org/officeDocument/2006/relationships/tags" Target="../tags/tag68.xml"/><Relationship Id="rId12" Type="http://schemas.openxmlformats.org/officeDocument/2006/relationships/tags" Target="../tags/tag67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8.svg"/><Relationship Id="rId3" Type="http://schemas.openxmlformats.org/officeDocument/2006/relationships/image" Target="../media/image13.png"/><Relationship Id="rId2" Type="http://schemas.openxmlformats.org/officeDocument/2006/relationships/image" Target="../media/image17.svg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svg"/><Relationship Id="rId3" Type="http://schemas.openxmlformats.org/officeDocument/2006/relationships/image" Target="../media/image10.png"/><Relationship Id="rId2" Type="http://schemas.openxmlformats.org/officeDocument/2006/relationships/image" Target="../media/image21.sv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svg"/><Relationship Id="rId3" Type="http://schemas.openxmlformats.org/officeDocument/2006/relationships/image" Target="../media/image10.png"/><Relationship Id="rId2" Type="http://schemas.openxmlformats.org/officeDocument/2006/relationships/image" Target="../media/image24.sv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svg"/><Relationship Id="rId3" Type="http://schemas.openxmlformats.org/officeDocument/2006/relationships/image" Target="../media/image10.png"/><Relationship Id="rId2" Type="http://schemas.openxmlformats.org/officeDocument/2006/relationships/image" Target="../media/image27.sv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1.svg"/><Relationship Id="rId3" Type="http://schemas.openxmlformats.org/officeDocument/2006/relationships/image" Target="../media/image13.png"/><Relationship Id="rId2" Type="http://schemas.openxmlformats.org/officeDocument/2006/relationships/image" Target="../media/image9.svg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5.svg"/><Relationship Id="rId3" Type="http://schemas.openxmlformats.org/officeDocument/2006/relationships/image" Target="../media/image13.png"/><Relationship Id="rId2" Type="http://schemas.openxmlformats.org/officeDocument/2006/relationships/image" Target="../media/image14.svg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0.png"/><Relationship Id="rId4" Type="http://schemas.openxmlformats.org/officeDocument/2006/relationships/image" Target="../media/image6.svg"/><Relationship Id="rId3" Type="http://schemas.openxmlformats.org/officeDocument/2006/relationships/image" Target="../media/image13.png"/><Relationship Id="rId2" Type="http://schemas.openxmlformats.org/officeDocument/2006/relationships/image" Target="../media/image2.svg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095001" y="4609918"/>
            <a:ext cx="20476731" cy="8638431"/>
          </a:xfrm>
          <a:custGeom>
            <a:avLst/>
            <a:gdLst/>
            <a:ahLst/>
            <a:cxnLst/>
            <a:rect l="l" t="t" r="r" b="b"/>
            <a:pathLst>
              <a:path w="20476731" h="8638431">
                <a:moveTo>
                  <a:pt x="0" y="0"/>
                </a:moveTo>
                <a:lnTo>
                  <a:pt x="20476732" y="0"/>
                </a:lnTo>
                <a:lnTo>
                  <a:pt x="20476732" y="8638431"/>
                </a:lnTo>
                <a:lnTo>
                  <a:pt x="0" y="86384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463800" y="4076700"/>
            <a:ext cx="13360400" cy="20313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altLang="en-US" sz="66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XÂY DỰNG </a:t>
            </a:r>
            <a:r>
              <a:rPr lang="vi-VN" altLang="en-US" sz="66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WEBSITE</a:t>
            </a:r>
            <a:r>
              <a:rPr lang="en-US" altLang="en-US" sz="66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THƯ VIỆN SỐ THÔNG MINH</a:t>
            </a:r>
            <a:endParaRPr lang="en-US" altLang="en-US" sz="6600" spc="249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ea typeface="Poppins" panose="00000500000000000000"/>
              <a:cs typeface="Arial" panose="020B0604020202020204" pitchFamily="34" charset="0"/>
              <a:sym typeface="+mn-ea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186153" y="2587621"/>
            <a:ext cx="11915693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vi-VN" sz="7200" b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ĐỒ ÁN TỐT NGHIỆP</a:t>
            </a:r>
            <a:endParaRPr lang="vi-VN" sz="7200" b="1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ea typeface="HK Modular" panose="00000800000000000000"/>
              <a:cs typeface="Arial" panose="020B0604020202020204" pitchFamily="34" charset="0"/>
              <a:sym typeface="+mn-ea"/>
            </a:endParaRPr>
          </a:p>
        </p:txBody>
      </p:sp>
      <p:sp>
        <p:nvSpPr>
          <p:cNvPr id="15" name="Subtitle 2"/>
          <p:cNvSpPr txBox="1"/>
          <p:nvPr>
            <p:custDataLst>
              <p:tags r:id="rId7"/>
            </p:custDataLst>
          </p:nvPr>
        </p:nvSpPr>
        <p:spPr>
          <a:xfrm>
            <a:off x="1447800" y="277495"/>
            <a:ext cx="2653030" cy="71564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ĐẠI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 TRÀ VINH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TRA VINH UNIVERSITY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14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70" y="180975"/>
            <a:ext cx="1101090" cy="934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Subtitle 2"/>
          <p:cNvSpPr txBox="1"/>
          <p:nvPr>
            <p:custDataLst>
              <p:tags r:id="rId10"/>
            </p:custDataLst>
          </p:nvPr>
        </p:nvSpPr>
        <p:spPr>
          <a:xfrm>
            <a:off x="1330960" y="7962900"/>
            <a:ext cx="4455160" cy="109664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b="1" i="1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Giảng</a:t>
            </a:r>
            <a:r>
              <a:rPr lang="en-US" sz="2800" b="1" i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sz="2800" b="1" i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hướng</a:t>
            </a:r>
            <a:r>
              <a:rPr lang="en-US" sz="2800" b="1" i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dẫn</a:t>
            </a:r>
            <a:r>
              <a:rPr lang="en-US" sz="2800" b="1" i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800" b="1" i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8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TS. Đoàn Phước Miề</a:t>
            </a:r>
            <a:r>
              <a:rPr lang="vi-VN" altLang="en-US" sz="28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endParaRPr lang="vi-VN" altLang="en-US" sz="280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ubtitle 2"/>
          <p:cNvSpPr txBox="1"/>
          <p:nvPr>
            <p:custDataLst>
              <p:tags r:id="rId11"/>
            </p:custDataLst>
          </p:nvPr>
        </p:nvSpPr>
        <p:spPr>
          <a:xfrm>
            <a:off x="11457305" y="7886700"/>
            <a:ext cx="6273165" cy="21958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/>
            <a:r>
              <a:rPr lang="en-US" sz="2800" b="1" i="1" dirty="0"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Sinh </a:t>
            </a:r>
            <a:r>
              <a:rPr lang="en-US" sz="2800" b="1" i="1" dirty="0" err="1"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viên</a:t>
            </a:r>
            <a:r>
              <a:rPr lang="en-US" sz="2800" b="1" i="1" dirty="0"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b="1" i="1" dirty="0" err="1"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thực</a:t>
            </a:r>
            <a:r>
              <a:rPr lang="en-US" sz="2800" b="1" i="1" dirty="0"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b="1" i="1" dirty="0" err="1"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hiện</a:t>
            </a:r>
            <a:r>
              <a:rPr lang="en-US" sz="2800" b="1" i="1" dirty="0"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endParaRPr lang="en-US" sz="2800" b="1" dirty="0">
              <a:solidFill>
                <a:schemeClr val="tx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l"/>
            <a:r>
              <a:rPr lang="en-US" sz="2800" dirty="0" err="1"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Họ</a:t>
            </a:r>
            <a:r>
              <a:rPr lang="en-US" sz="2800" dirty="0"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tên</a:t>
            </a:r>
            <a:r>
              <a:rPr lang="en-US" sz="2800" dirty="0"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vi-VN" altLang="en-US" sz="2800" dirty="0"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Đỗ Thị Kim Hương</a:t>
            </a:r>
            <a:r>
              <a:rPr lang="en-US" sz="2800" dirty="0"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</a:t>
            </a:r>
            <a:endParaRPr lang="en-US" sz="2800" dirty="0">
              <a:solidFill>
                <a:schemeClr val="tx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l"/>
            <a:r>
              <a:rPr lang="en-US" sz="2800" dirty="0"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MSSV: 1101220</a:t>
            </a:r>
            <a:r>
              <a:rPr lang="vi-VN" altLang="en-US" sz="2800" dirty="0"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83</a:t>
            </a:r>
            <a:endParaRPr lang="en-US" sz="2800" dirty="0">
              <a:solidFill>
                <a:schemeClr val="tx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l"/>
            <a:r>
              <a:rPr lang="en-US" sz="2800" dirty="0" err="1"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Lớp</a:t>
            </a:r>
            <a:r>
              <a:rPr lang="en-US" sz="2800" dirty="0"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DA22TTD</a:t>
            </a:r>
            <a:endParaRPr lang="en-US" sz="2800" dirty="0">
              <a:solidFill>
                <a:schemeClr val="tx2">
                  <a:lumMod val="50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16271875" y="1028700"/>
            <a:ext cx="987425" cy="987425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BFBFB"/>
            </a:solidFill>
            <a:ln w="28575" cap="sq">
              <a:solidFill>
                <a:srgbClr val="071952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3500" y="-3175"/>
              <a:ext cx="685800" cy="752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6553103" y="1162050"/>
            <a:ext cx="424969" cy="62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7195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01</a:t>
            </a:r>
            <a:endParaRPr lang="en-US" sz="3500">
              <a:solidFill>
                <a:srgbClr val="07195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14" name="对象2"/>
          <p:cNvSpPr/>
          <p:nvPr>
            <p:custDataLst>
              <p:tags r:id="rId5"/>
            </p:custDataLst>
          </p:nvPr>
        </p:nvSpPr>
        <p:spPr>
          <a:xfrm>
            <a:off x="2767505" y="3182071"/>
            <a:ext cx="12607147" cy="144880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/>
          <a:p>
            <a:pPr algn="just"/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5" name="对象2"/>
          <p:cNvSpPr/>
          <p:nvPr>
            <p:custDataLst>
              <p:tags r:id="rId6"/>
            </p:custDataLst>
          </p:nvPr>
        </p:nvSpPr>
        <p:spPr>
          <a:xfrm>
            <a:off x="2767505" y="3182071"/>
            <a:ext cx="12607147" cy="2964091"/>
          </a:xfrm>
          <a:prstGeom prst="roundRect">
            <a:avLst>
              <a:gd name="adj" fmla="val 25001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/>
          <a:p>
            <a:pPr algn="just"/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6" name="对象2"/>
          <p:cNvSpPr/>
          <p:nvPr>
            <p:custDataLst>
              <p:tags r:id="rId7"/>
            </p:custDataLst>
          </p:nvPr>
        </p:nvSpPr>
        <p:spPr>
          <a:xfrm>
            <a:off x="2767505" y="3182071"/>
            <a:ext cx="12607147" cy="4600726"/>
          </a:xfrm>
          <a:prstGeom prst="roundRect">
            <a:avLst>
              <a:gd name="adj" fmla="val 15703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/>
          <a:p>
            <a:pPr algn="just"/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7" name="对象18"/>
          <p:cNvSpPr/>
          <p:nvPr>
            <p:custDataLst>
              <p:tags r:id="rId8"/>
            </p:custDataLst>
          </p:nvPr>
        </p:nvSpPr>
        <p:spPr>
          <a:xfrm>
            <a:off x="6136874" y="2689825"/>
            <a:ext cx="5778708" cy="982269"/>
          </a:xfrm>
          <a:prstGeom prst="roundRect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1" forceAA="0" compatLnSpc="1">
            <a:norm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4000" b="1">
                <a:solidFill>
                  <a:schemeClr val="lt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Nội dung đồ án</a:t>
            </a:r>
            <a:endParaRPr lang="en-US" sz="4000" b="1">
              <a:solidFill>
                <a:schemeClr val="lt1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18" name="对象4"/>
          <p:cNvSpPr/>
          <p:nvPr>
            <p:custDataLst>
              <p:tags r:id="rId9"/>
            </p:custDataLst>
          </p:nvPr>
        </p:nvSpPr>
        <p:spPr>
          <a:xfrm>
            <a:off x="3164861" y="4130980"/>
            <a:ext cx="5778708" cy="1035645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791845" rIns="108000" numCol="1" spcCol="0" rtlCol="0" fromWordArt="0" anchor="ctr" anchorCtr="0" forceAA="0" compatLnSpc="1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800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Lí do chọn đề tài, mục tiêu nghiên cứu</a:t>
            </a:r>
            <a:endParaRPr lang="en-US" sz="2800" dirty="0">
              <a:solidFill>
                <a:schemeClr val="dk1">
                  <a:lumMod val="80000"/>
                  <a:lumOff val="2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19" name="对象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3310162" y="4357088"/>
            <a:ext cx="584172" cy="584172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1" forceAA="0" compatLnSpc="1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800" b="1" dirty="0">
                <a:solidFill>
                  <a:schemeClr val="lt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endParaRPr lang="en-US" sz="2800" b="1" dirty="0">
              <a:solidFill>
                <a:schemeClr val="lt1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220" name="对象7"/>
          <p:cNvSpPr/>
          <p:nvPr>
            <p:custDataLst>
              <p:tags r:id="rId11"/>
            </p:custDataLst>
          </p:nvPr>
        </p:nvSpPr>
        <p:spPr>
          <a:xfrm>
            <a:off x="9212673" y="4120601"/>
            <a:ext cx="5778708" cy="1035645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791845" rIns="108000" numCol="1" spcCol="0" rtlCol="0" fromWordArt="0" anchor="ctr" anchorCtr="0" forceAA="0" compatLnSpc="1">
            <a:norm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800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Kết quả đạt được</a:t>
            </a:r>
            <a:endParaRPr lang="en-US" sz="2800" dirty="0">
              <a:solidFill>
                <a:schemeClr val="dk1">
                  <a:lumMod val="80000"/>
                  <a:lumOff val="2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21" name="对象8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9357975" y="4345968"/>
            <a:ext cx="584195" cy="584195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1" forceAA="0" compatLnSpc="1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800" b="1">
                <a:solidFill>
                  <a:schemeClr val="lt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4</a:t>
            </a:r>
            <a:endParaRPr lang="en-US" sz="2800" b="1" dirty="0">
              <a:solidFill>
                <a:schemeClr val="lt1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222" name="对象10"/>
          <p:cNvSpPr/>
          <p:nvPr>
            <p:custDataLst>
              <p:tags r:id="rId13"/>
            </p:custDataLst>
          </p:nvPr>
        </p:nvSpPr>
        <p:spPr>
          <a:xfrm>
            <a:off x="3164861" y="5625512"/>
            <a:ext cx="5778708" cy="1035645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791845" rIns="108000" numCol="1" spcCol="0" rtlCol="0" fromWordArt="0" anchor="ctr" anchorCtr="0" forceAA="0" compatLnSpc="1">
            <a:norm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800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Cơ sở lý thuyết</a:t>
            </a:r>
            <a:endParaRPr lang="en-US" sz="2800" dirty="0">
              <a:solidFill>
                <a:schemeClr val="dk1">
                  <a:lumMod val="80000"/>
                  <a:lumOff val="2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23" name="对象11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3310162" y="5851619"/>
            <a:ext cx="584195" cy="584195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1" forceAA="0" compatLnSpc="1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800" b="1">
                <a:solidFill>
                  <a:schemeClr val="lt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2</a:t>
            </a:r>
            <a:endParaRPr lang="en-US" sz="2800" b="1" dirty="0">
              <a:solidFill>
                <a:schemeClr val="lt1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224" name="对象13"/>
          <p:cNvSpPr/>
          <p:nvPr>
            <p:custDataLst>
              <p:tags r:id="rId15"/>
            </p:custDataLst>
          </p:nvPr>
        </p:nvSpPr>
        <p:spPr>
          <a:xfrm>
            <a:off x="9212673" y="5604013"/>
            <a:ext cx="5778708" cy="1035645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791845" rIns="108000" numCol="1" spcCol="0" rtlCol="0" fromWordArt="0" anchor="ctr" anchorCtr="0" forceAA="0" compatLnSpc="1">
            <a:norm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800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Kết luận</a:t>
            </a:r>
            <a:endParaRPr lang="en-US" sz="2800" dirty="0">
              <a:solidFill>
                <a:schemeClr val="dk1">
                  <a:lumMod val="80000"/>
                  <a:lumOff val="2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25" name="对象14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9357975" y="5829380"/>
            <a:ext cx="584195" cy="584195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1" forceAA="0" compatLnSpc="1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800" b="1" dirty="0">
                <a:solidFill>
                  <a:schemeClr val="lt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5</a:t>
            </a:r>
            <a:endParaRPr lang="en-US" sz="2800" b="1" dirty="0">
              <a:solidFill>
                <a:schemeClr val="lt1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226" name="对象16"/>
          <p:cNvSpPr/>
          <p:nvPr>
            <p:custDataLst>
              <p:tags r:id="rId17"/>
            </p:custDataLst>
          </p:nvPr>
        </p:nvSpPr>
        <p:spPr>
          <a:xfrm>
            <a:off x="3164861" y="7130422"/>
            <a:ext cx="5778708" cy="1035645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791845" rIns="108000" numCol="1" spcCol="0" rtlCol="0" fromWordArt="0" anchor="ctr" anchorCtr="0" forceAA="0" compatLnSpc="1">
            <a:norm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800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Phân tích và thiết kế hệ thống</a:t>
            </a:r>
            <a:endParaRPr lang="en-US" sz="2800" dirty="0">
              <a:solidFill>
                <a:schemeClr val="dk1">
                  <a:lumMod val="80000"/>
                  <a:lumOff val="2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27" name="对象17"/>
          <p:cNvSpPr>
            <a:spLocks noChangeAspect="1"/>
          </p:cNvSpPr>
          <p:nvPr>
            <p:custDataLst>
              <p:tags r:id="rId18"/>
            </p:custDataLst>
          </p:nvPr>
        </p:nvSpPr>
        <p:spPr>
          <a:xfrm>
            <a:off x="3310162" y="7356530"/>
            <a:ext cx="584195" cy="584195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1" forceAA="0" compatLnSpc="1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800" b="1">
                <a:solidFill>
                  <a:schemeClr val="lt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3</a:t>
            </a:r>
            <a:endParaRPr lang="en-US" sz="2800" b="1" dirty="0">
              <a:solidFill>
                <a:schemeClr val="lt1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16271875" y="1028700"/>
            <a:ext cx="987425" cy="987425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BFBFB"/>
            </a:solidFill>
            <a:ln w="28575" cap="sq">
              <a:solidFill>
                <a:srgbClr val="071952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3500" y="-3175"/>
              <a:ext cx="685800" cy="752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473008" y="1162050"/>
            <a:ext cx="585160" cy="62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7195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02</a:t>
            </a:r>
            <a:endParaRPr lang="en-US" sz="3500">
              <a:solidFill>
                <a:srgbClr val="07195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3706495" y="1104900"/>
            <a:ext cx="1087501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vi-VN" altLang="en-US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1. Lí do chọn đề tài</a:t>
            </a:r>
            <a:r>
              <a:rPr lang="en-US" altLang="en-US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, mục tiêu nghiên cứu</a:t>
            </a:r>
            <a:endParaRPr lang="en-US" altLang="en-US" sz="40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310" name="矩形: 圆角 23"/>
          <p:cNvSpPr/>
          <p:nvPr>
            <p:custDataLst>
              <p:tags r:id="rId5"/>
            </p:custDataLst>
          </p:nvPr>
        </p:nvSpPr>
        <p:spPr>
          <a:xfrm>
            <a:off x="2281555" y="2693670"/>
            <a:ext cx="13443585" cy="5615940"/>
          </a:xfrm>
          <a:prstGeom prst="roundRect">
            <a:avLst>
              <a:gd name="adj" fmla="val 6567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80000">
                <a:schemeClr val="accent1">
                  <a:alpha val="8000"/>
                </a:schemeClr>
              </a:gs>
            </a:gsLst>
            <a:lin ang="10800000" scaled="0"/>
          </a:gradFill>
          <a:ln w="127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Ins="0" bIns="0" rtlCol="0" anchor="ctr">
            <a:noAutofit/>
          </a:bodyPr>
          <a:p>
            <a:pPr lvl="1"/>
            <a:endParaRPr lang="en-US" dirty="0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11" name="矩形 24"/>
          <p:cNvSpPr/>
          <p:nvPr>
            <p:custDataLst>
              <p:tags r:id="rId6"/>
            </p:custDataLst>
          </p:nvPr>
        </p:nvSpPr>
        <p:spPr>
          <a:xfrm>
            <a:off x="2727206" y="3116514"/>
            <a:ext cx="12552360" cy="525548"/>
          </a:xfrm>
          <a:prstGeom prst="rect">
            <a:avLst/>
          </a:prstGeom>
          <a:noFill/>
          <a:ln w="127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b" anchorCtr="0" forceAA="0" compatLnSpc="1"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Lí do chọn đề tài</a:t>
            </a:r>
            <a:endParaRPr lang="en-US" sz="32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312" name="矩形 1"/>
          <p:cNvSpPr/>
          <p:nvPr>
            <p:custDataLst>
              <p:tags r:id="rId7"/>
            </p:custDataLst>
          </p:nvPr>
        </p:nvSpPr>
        <p:spPr>
          <a:xfrm>
            <a:off x="2727325" y="3671570"/>
            <a:ext cx="12552045" cy="4742180"/>
          </a:xfrm>
          <a:prstGeom prst="rect">
            <a:avLst/>
          </a:prstGeom>
          <a:noFill/>
        </p:spPr>
        <p:txBody>
          <a:bodyPr wrap="square" lIns="0" tIns="0" rIns="0" bIns="0" rtlCol="0" anchor="t" anchorCtr="0"/>
          <a:p>
            <a:pPr indent="4572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Trong nhiều thư viện hiện nay, quy trình quản lý vẫn còn thực hiện theo phương pháp truyền thống nên tồn tại nhiều hạn chế: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914400" lvl="1" indent="-4572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Quy trình m</a:t>
            </a:r>
            <a:r>
              <a:rPr lang="en-US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ư</a:t>
            </a:r>
            <a:r>
              <a:rPr lang="en-US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ợn – trả và cập nhật dữ liệu còn thủ công.</a:t>
            </a:r>
            <a:endParaRPr lang="en-US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914400" lvl="1" indent="-4572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Khó xác </a:t>
            </a:r>
            <a:r>
              <a:rPr lang="en-US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đ</a:t>
            </a:r>
            <a:r>
              <a:rPr lang="en-US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ịnh vị trí l</a:t>
            </a:r>
            <a:r>
              <a:rPr lang="en-US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ư</a:t>
            </a:r>
            <a:r>
              <a:rPr lang="en-US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 trữ của sách.</a:t>
            </a:r>
            <a:endParaRPr lang="en-US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914400" lvl="1" indent="-4572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Tính phí phạt dễ xảy ra sai sót.</a:t>
            </a:r>
            <a:endParaRPr lang="en-US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914400" lvl="1" indent="-4572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Ch</a:t>
            </a:r>
            <a:r>
              <a:rPr lang="en-US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ư</a:t>
            </a:r>
            <a:r>
              <a:rPr lang="en-US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 có chức n</a:t>
            </a:r>
            <a:r>
              <a:rPr lang="en-US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ă</a:t>
            </a:r>
            <a:r>
              <a:rPr lang="en-US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ng nhắc hạn trả và hỗ trợ từ xa.</a:t>
            </a:r>
            <a:endParaRPr lang="en-US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914400" lvl="1" indent="-4572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Tìm kiếm và t</a:t>
            </a:r>
            <a:r>
              <a:rPr lang="en-US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ư </a:t>
            </a:r>
            <a:r>
              <a:rPr lang="en-US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vấn sách trực tuyến còn hạn chế.</a:t>
            </a:r>
            <a:endParaRPr lang="en-US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316" name="矩形 11"/>
          <p:cNvSpPr/>
          <p:nvPr>
            <p:custDataLst>
              <p:tags r:id="rId8"/>
            </p:custDataLst>
          </p:nvPr>
        </p:nvSpPr>
        <p:spPr>
          <a:xfrm>
            <a:off x="2727206" y="2576654"/>
            <a:ext cx="12552360" cy="525548"/>
          </a:xfrm>
          <a:prstGeom prst="rect">
            <a:avLst/>
          </a:prstGeom>
          <a:noFill/>
          <a:ln w="127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ln w="15875">
                  <a:solidFill>
                    <a:schemeClr val="accent1"/>
                  </a:solidFill>
                </a:ln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vi-VN" altLang="en-US" sz="3200" b="1" dirty="0">
                <a:ln w="15875">
                  <a:solidFill>
                    <a:schemeClr val="accent1"/>
                  </a:solidFill>
                </a:ln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.</a:t>
            </a:r>
            <a:r>
              <a:rPr lang="vi-VN" altLang="en-US" sz="3200" b="1" dirty="0">
                <a:ln w="15875">
                  <a:solidFill>
                    <a:schemeClr val="accent1"/>
                  </a:solidFill>
                </a:ln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endParaRPr lang="vi-VN" altLang="en-US" sz="3200" b="1" dirty="0">
              <a:ln w="15875">
                <a:solidFill>
                  <a:schemeClr val="accent1"/>
                </a:solidFill>
              </a:ln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16271875" y="1028700"/>
            <a:ext cx="987425" cy="987425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BFBFB"/>
            </a:solidFill>
            <a:ln w="28575" cap="sq">
              <a:solidFill>
                <a:srgbClr val="071952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3500" y="-3175"/>
              <a:ext cx="685800" cy="752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473008" y="1162050"/>
            <a:ext cx="585160" cy="628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7195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03</a:t>
            </a:r>
            <a:endParaRPr lang="en-US" sz="3500">
              <a:solidFill>
                <a:srgbClr val="07195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3846830" y="1104900"/>
            <a:ext cx="1055624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vi-VN" altLang="en-US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1. Lí do chọn đề tài</a:t>
            </a:r>
            <a:r>
              <a:rPr lang="en-US" altLang="en-US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, mục tiêu nghiên cứu</a:t>
            </a:r>
            <a:endParaRPr lang="en-US" altLang="en-US" sz="40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33" name="对象3"/>
          <p:cNvSpPr/>
          <p:nvPr>
            <p:custDataLst>
              <p:tags r:id="rId5"/>
            </p:custDataLst>
          </p:nvPr>
        </p:nvSpPr>
        <p:spPr>
          <a:xfrm>
            <a:off x="2243318" y="3453434"/>
            <a:ext cx="3750788" cy="3520006"/>
          </a:xfrm>
          <a:custGeom>
            <a:avLst/>
            <a:gdLst/>
            <a:ahLst/>
            <a:cxnLst/>
            <a:rect l="l" t="t" r="r" b="b"/>
            <a:pathLst>
              <a:path w="2779776" h="2779776">
                <a:moveTo>
                  <a:pt x="2779776" y="1389888"/>
                </a:moveTo>
                <a:cubicBezTo>
                  <a:pt x="2779776" y="2157984"/>
                  <a:pt x="2157984" y="2779776"/>
                  <a:pt x="1389888" y="2779776"/>
                </a:cubicBezTo>
                <a:cubicBezTo>
                  <a:pt x="621792" y="2779776"/>
                  <a:pt x="0" y="2157984"/>
                  <a:pt x="0" y="1389888"/>
                </a:cubicBezTo>
                <a:cubicBezTo>
                  <a:pt x="0" y="621792"/>
                  <a:pt x="621792" y="0"/>
                  <a:pt x="1389888" y="0"/>
                </a:cubicBezTo>
                <a:cubicBezTo>
                  <a:pt x="2157984" y="0"/>
                  <a:pt x="2779776" y="621792"/>
                  <a:pt x="2779776" y="1389888"/>
                </a:cubicBezTo>
              </a:path>
            </a:pathLst>
          </a:custGeom>
          <a:solidFill>
            <a:schemeClr val="accent1">
              <a:lumMod val="60000"/>
              <a:lumOff val="40000"/>
              <a:alpha val="20000"/>
            </a:schemeClr>
          </a:solidFill>
          <a:ln w="127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4" name="椭圆 2"/>
          <p:cNvSpPr/>
          <p:nvPr>
            <p:custDataLst>
              <p:tags r:id="rId6"/>
            </p:custDataLst>
          </p:nvPr>
        </p:nvSpPr>
        <p:spPr>
          <a:xfrm>
            <a:off x="6255144" y="3733020"/>
            <a:ext cx="717096" cy="717096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lt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lang="en-US" sz="2800" dirty="0">
              <a:solidFill>
                <a:schemeClr val="lt1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椭圆 5"/>
          <p:cNvSpPr/>
          <p:nvPr>
            <p:custDataLst>
              <p:tags r:id="rId7"/>
            </p:custDataLst>
          </p:nvPr>
        </p:nvSpPr>
        <p:spPr>
          <a:xfrm>
            <a:off x="6255144" y="5043340"/>
            <a:ext cx="717096" cy="717096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chemeClr val="lt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lang="en-US" sz="2800">
              <a:solidFill>
                <a:schemeClr val="lt1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椭圆 6"/>
          <p:cNvSpPr/>
          <p:nvPr>
            <p:custDataLst>
              <p:tags r:id="rId8"/>
            </p:custDataLst>
          </p:nvPr>
        </p:nvSpPr>
        <p:spPr>
          <a:xfrm>
            <a:off x="6255144" y="6419018"/>
            <a:ext cx="717096" cy="717096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chemeClr val="lt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lang="en-US" sz="2800">
              <a:solidFill>
                <a:schemeClr val="lt1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对象11"/>
          <p:cNvSpPr/>
          <p:nvPr>
            <p:custDataLst>
              <p:tags r:id="rId9"/>
            </p:custDataLst>
          </p:nvPr>
        </p:nvSpPr>
        <p:spPr>
          <a:xfrm>
            <a:off x="2507836" y="3773156"/>
            <a:ext cx="3122846" cy="2930399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chemeClr val="lt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Yêu cầu </a:t>
            </a:r>
            <a:endParaRPr lang="en-US" sz="3200" dirty="0">
              <a:solidFill>
                <a:schemeClr val="lt1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chemeClr val="lt1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đặt ra</a:t>
            </a:r>
            <a:endParaRPr lang="en-US" sz="3200" dirty="0">
              <a:solidFill>
                <a:schemeClr val="lt1">
                  <a:lumMod val="10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40" name="矩形 11"/>
          <p:cNvSpPr/>
          <p:nvPr>
            <p:custDataLst>
              <p:tags r:id="rId10"/>
            </p:custDataLst>
          </p:nvPr>
        </p:nvSpPr>
        <p:spPr>
          <a:xfrm>
            <a:off x="7233124" y="3696425"/>
            <a:ext cx="8424706" cy="84032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Xây dựng một hệ thống quản lý thư viện hiện đại.</a:t>
            </a:r>
            <a:endParaRPr lang="en-US" sz="24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矩形 12"/>
          <p:cNvSpPr/>
          <p:nvPr>
            <p:custDataLst>
              <p:tags r:id="rId11"/>
            </p:custDataLst>
          </p:nvPr>
        </p:nvSpPr>
        <p:spPr>
          <a:xfrm>
            <a:off x="7233075" y="4995635"/>
            <a:ext cx="7169838" cy="840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Tự động hóa các nghiệp vụ.</a:t>
            </a:r>
            <a:endParaRPr lang="en-US" sz="240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矩形 13"/>
          <p:cNvSpPr/>
          <p:nvPr>
            <p:custDataLst>
              <p:tags r:id="rId12"/>
            </p:custDataLst>
          </p:nvPr>
        </p:nvSpPr>
        <p:spPr>
          <a:xfrm>
            <a:off x="7233124" y="6392622"/>
            <a:ext cx="8319666" cy="84032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Hỗ trợ AI và nâng cao trải nghiệm người dùng.</a:t>
            </a:r>
            <a:endParaRPr lang="en-US" sz="240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16271875" y="1028700"/>
            <a:ext cx="987425" cy="987425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BFBFB"/>
            </a:solidFill>
            <a:ln w="28575" cap="sq">
              <a:solidFill>
                <a:srgbClr val="071952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3500" y="-3175"/>
              <a:ext cx="685800" cy="752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473008" y="1162050"/>
            <a:ext cx="585160" cy="628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7195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04</a:t>
            </a:r>
            <a:endParaRPr lang="en-US" sz="3500">
              <a:solidFill>
                <a:srgbClr val="07195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4291330" y="1104900"/>
            <a:ext cx="970597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vi-VN" altLang="en-US" sz="36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1. Lí do chọn đề </a:t>
            </a:r>
            <a:r>
              <a:rPr lang="vi-VN" altLang="en-US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tài</a:t>
            </a:r>
            <a:r>
              <a:rPr lang="en-US" altLang="en-US" sz="36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, mục tiêu nghiên cứu</a:t>
            </a:r>
            <a:endParaRPr lang="en-US" altLang="en-US" sz="36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49" name="Text Box 148"/>
          <p:cNvSpPr txBox="1"/>
          <p:nvPr/>
        </p:nvSpPr>
        <p:spPr>
          <a:xfrm>
            <a:off x="6096635" y="2095500"/>
            <a:ext cx="6096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vi-VN" alt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1.2 M</a:t>
            </a:r>
            <a:r>
              <a:rPr lang="en-US" alt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ục tiêu nghiên cứu</a:t>
            </a:r>
            <a:endParaRPr lang="en-US" altLang="en-US" sz="32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7" name="椭圆 21"/>
          <p:cNvSpPr/>
          <p:nvPr>
            <p:custDataLst>
              <p:tags r:id="rId5"/>
            </p:custDataLst>
          </p:nvPr>
        </p:nvSpPr>
        <p:spPr>
          <a:xfrm>
            <a:off x="2918542" y="3321745"/>
            <a:ext cx="693608" cy="693608"/>
          </a:xfrm>
          <a:prstGeom prst="ellipse">
            <a:avLst/>
          </a:prstGeom>
          <a:solidFill>
            <a:srgbClr val="0F6FC6"/>
          </a:solidFill>
          <a:ln w="19050" cap="rnd" cmpd="sng" algn="ctr">
            <a:noFill/>
            <a:prstDash val="solid"/>
          </a:ln>
          <a:effectLst/>
        </p:spPr>
        <p:txBody>
          <a:bodyPr wrap="none" lIns="0" tIns="0" rIns="0" bIns="0" rtlCol="0" anchor="ctr">
            <a:normAutofit/>
          </a:bodyPr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400" b="1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Trebuchet MS" panose="020B0603020202020204" charset="0"/>
              </a:rPr>
              <a:t>01</a:t>
            </a:r>
            <a:endParaRPr lang="en-US" sz="2400" b="1" kern="120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  <a:sym typeface="Trebuchet MS" panose="020B0603020202020204" charset="0"/>
            </a:endParaRPr>
          </a:p>
        </p:txBody>
      </p:sp>
      <p:sp>
        <p:nvSpPr>
          <p:cNvPr id="8" name="椭圆 22"/>
          <p:cNvSpPr/>
          <p:nvPr>
            <p:custDataLst>
              <p:tags r:id="rId6"/>
            </p:custDataLst>
          </p:nvPr>
        </p:nvSpPr>
        <p:spPr>
          <a:xfrm>
            <a:off x="10167736" y="3336636"/>
            <a:ext cx="693608" cy="693608"/>
          </a:xfrm>
          <a:prstGeom prst="ellipse">
            <a:avLst/>
          </a:prstGeom>
          <a:solidFill>
            <a:srgbClr val="009DD9"/>
          </a:solidFill>
          <a:ln w="19050" cap="rnd" cmpd="sng" algn="ctr">
            <a:noFill/>
            <a:prstDash val="solid"/>
          </a:ln>
          <a:effectLst/>
        </p:spPr>
        <p:txBody>
          <a:bodyPr wrap="none" lIns="0" tIns="0" rIns="0" bIns="0" rtlCol="0" anchor="ctr">
            <a:normAutofit/>
          </a:bodyPr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400" b="1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Trebuchet MS" panose="020B0603020202020204" charset="0"/>
              </a:rPr>
              <a:t>02</a:t>
            </a:r>
            <a:endParaRPr lang="en-US" sz="2400" b="1" kern="120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  <a:sym typeface="Trebuchet MS" panose="020B0603020202020204" charset="0"/>
            </a:endParaRPr>
          </a:p>
        </p:txBody>
      </p:sp>
      <p:sp>
        <p:nvSpPr>
          <p:cNvPr id="9" name="椭圆 6"/>
          <p:cNvSpPr/>
          <p:nvPr>
            <p:custDataLst>
              <p:tags r:id="rId7"/>
            </p:custDataLst>
          </p:nvPr>
        </p:nvSpPr>
        <p:spPr>
          <a:xfrm>
            <a:off x="6449868" y="6386009"/>
            <a:ext cx="693608" cy="693608"/>
          </a:xfrm>
          <a:prstGeom prst="ellipse">
            <a:avLst/>
          </a:prstGeom>
          <a:solidFill>
            <a:srgbClr val="0F6FC6"/>
          </a:solidFill>
          <a:ln w="19050" cap="rnd" cmpd="sng" algn="ctr">
            <a:noFill/>
            <a:prstDash val="solid"/>
          </a:ln>
          <a:effectLst/>
        </p:spPr>
        <p:txBody>
          <a:bodyPr wrap="none" lIns="0" tIns="0" rIns="0" bIns="0" rtlCol="0" anchor="ctr">
            <a:normAutofit/>
          </a:bodyPr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400" b="1" kern="120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Trebuchet MS" panose="020B0603020202020204" charset="0"/>
              </a:rPr>
              <a:t>03</a:t>
            </a:r>
            <a:endParaRPr lang="en-US" sz="2400" b="1" kern="120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  <a:sym typeface="Trebuchet MS" panose="020B0603020202020204" charset="0"/>
            </a:endParaRPr>
          </a:p>
        </p:txBody>
      </p:sp>
      <p:sp>
        <p:nvSpPr>
          <p:cNvPr id="10" name="矩形 19"/>
          <p:cNvSpPr/>
          <p:nvPr>
            <p:custDataLst>
              <p:tags r:id="rId8"/>
            </p:custDataLst>
          </p:nvPr>
        </p:nvSpPr>
        <p:spPr bwMode="auto">
          <a:xfrm>
            <a:off x="3770646" y="3321745"/>
            <a:ext cx="10199025" cy="5554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 anchorCtr="0">
            <a:norm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400" b="1" dirty="0">
                <a:solidFill>
                  <a:srgbClr val="17406D"/>
                </a:solidFill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Xây dựng hệ thống quản lý thư viện số</a:t>
            </a:r>
            <a:endParaRPr lang="en-US" sz="2400" b="1" dirty="0">
              <a:solidFill>
                <a:srgbClr val="17406D"/>
              </a:solidFill>
              <a:uFillTx/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2" name="矩形 5"/>
          <p:cNvSpPr/>
          <p:nvPr>
            <p:custDataLst>
              <p:tags r:id="rId9"/>
            </p:custDataLst>
          </p:nvPr>
        </p:nvSpPr>
        <p:spPr>
          <a:xfrm>
            <a:off x="3770646" y="3994863"/>
            <a:ext cx="10200855" cy="1087187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n>
                  <a:noFill/>
                  <a:prstDash val="sysDot"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Quản lý tài khoản</a:t>
            </a:r>
            <a:endParaRPr lang="en-US" sz="2400" dirty="0">
              <a:ln>
                <a:noFill/>
                <a:prstDash val="sysDot"/>
              </a:ln>
              <a:solidFill>
                <a:sysClr val="windowText" lastClr="000000">
                  <a:lumMod val="85000"/>
                  <a:lumOff val="15000"/>
                </a:sys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n>
                  <a:noFill/>
                  <a:prstDash val="sysDot"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Quản lý sách</a:t>
            </a:r>
            <a:endParaRPr lang="en-US" sz="2400" dirty="0">
              <a:ln>
                <a:noFill/>
                <a:prstDash val="sysDot"/>
              </a:ln>
              <a:solidFill>
                <a:sysClr val="windowText" lastClr="000000">
                  <a:lumMod val="85000"/>
                  <a:lumOff val="15000"/>
                </a:sys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n>
                  <a:noFill/>
                  <a:prstDash val="sysDot"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Quản lý mượn – trả</a:t>
            </a:r>
            <a:endParaRPr lang="en-US" sz="2400" dirty="0">
              <a:ln>
                <a:noFill/>
                <a:prstDash val="sysDot"/>
              </a:ln>
              <a:solidFill>
                <a:sysClr val="windowText" lastClr="000000">
                  <a:lumMod val="85000"/>
                  <a:lumOff val="15000"/>
                </a:sys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n>
                  <a:noFill/>
                  <a:prstDash val="sysDot"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Quản lý đánh giá</a:t>
            </a:r>
            <a:endParaRPr lang="en-US" sz="2400" dirty="0">
              <a:ln>
                <a:noFill/>
                <a:prstDash val="sysDot"/>
              </a:ln>
              <a:solidFill>
                <a:sysClr val="windowText" lastClr="000000">
                  <a:lumMod val="85000"/>
                  <a:lumOff val="15000"/>
                </a:sys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3" name="矩形 29"/>
          <p:cNvSpPr/>
          <p:nvPr>
            <p:custDataLst>
              <p:tags r:id="rId10"/>
            </p:custDataLst>
          </p:nvPr>
        </p:nvSpPr>
        <p:spPr bwMode="auto">
          <a:xfrm>
            <a:off x="11019840" y="3322218"/>
            <a:ext cx="10199025" cy="5554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 anchorCtr="0">
            <a:norm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400" b="1" dirty="0">
                <a:solidFill>
                  <a:srgbClr val="17406D"/>
                </a:solidFill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Tự động hóa nghiệp vụ</a:t>
            </a:r>
            <a:endParaRPr lang="en-US" sz="2400" b="1" dirty="0">
              <a:solidFill>
                <a:srgbClr val="17406D"/>
              </a:solidFill>
              <a:uFillTx/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4" name="矩形 7"/>
          <p:cNvSpPr/>
          <p:nvPr>
            <p:custDataLst>
              <p:tags r:id="rId11"/>
            </p:custDataLst>
          </p:nvPr>
        </p:nvSpPr>
        <p:spPr>
          <a:xfrm>
            <a:off x="11019840" y="3993818"/>
            <a:ext cx="10199025" cy="1087187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 anchorCtr="0">
            <a:noAutofit/>
          </a:bodyPr>
          <a:p>
            <a:pPr indent="-2286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n>
                  <a:noFill/>
                  <a:prstDash val="sysDot"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Tự động nhập thông tin sách</a:t>
            </a:r>
            <a:endParaRPr lang="en-US" sz="2400" dirty="0">
              <a:ln>
                <a:noFill/>
                <a:prstDash val="sysDot"/>
              </a:ln>
              <a:solidFill>
                <a:sysClr val="windowText" lastClr="000000">
                  <a:lumMod val="85000"/>
                  <a:lumOff val="15000"/>
                </a:sys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-2286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n>
                  <a:noFill/>
                  <a:prstDash val="sysDot"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Tự động tính phí phạt</a:t>
            </a:r>
            <a:endParaRPr lang="en-US" sz="2400" dirty="0">
              <a:ln>
                <a:noFill/>
                <a:prstDash val="sysDot"/>
              </a:ln>
              <a:solidFill>
                <a:sysClr val="windowText" lastClr="000000">
                  <a:lumMod val="85000"/>
                  <a:lumOff val="15000"/>
                </a:sys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-2286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n>
                  <a:noFill/>
                  <a:prstDash val="sysDot"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Tự động gửi Email</a:t>
            </a:r>
            <a:endParaRPr lang="en-US" sz="2400" dirty="0">
              <a:ln>
                <a:noFill/>
                <a:prstDash val="sysDot"/>
              </a:ln>
              <a:solidFill>
                <a:sysClr val="windowText" lastClr="000000">
                  <a:lumMod val="85000"/>
                  <a:lumOff val="15000"/>
                </a:sys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-2286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n>
                  <a:noFill/>
                  <a:prstDash val="sysDot"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Tự động khóa/mở khóa tài khoản</a:t>
            </a:r>
            <a:endParaRPr lang="en-US" sz="2400" dirty="0">
              <a:ln>
                <a:noFill/>
                <a:prstDash val="sysDot"/>
              </a:ln>
              <a:solidFill>
                <a:sysClr val="windowText" lastClr="000000">
                  <a:lumMod val="85000"/>
                  <a:lumOff val="15000"/>
                </a:sys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5" name="矩形 32"/>
          <p:cNvSpPr/>
          <p:nvPr>
            <p:custDataLst>
              <p:tags r:id="rId12"/>
            </p:custDataLst>
          </p:nvPr>
        </p:nvSpPr>
        <p:spPr bwMode="auto">
          <a:xfrm>
            <a:off x="7301972" y="6386009"/>
            <a:ext cx="10199025" cy="5554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 anchorCtr="0">
            <a:norm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400" b="1" dirty="0">
                <a:solidFill>
                  <a:srgbClr val="17406D"/>
                </a:solidFill>
                <a:uFillTx/>
                <a:latin typeface="Trebuchet MS" panose="020B0603020202020204" charset="0"/>
                <a:sym typeface="+mn-ea"/>
              </a:rPr>
              <a:t>Nâng cao trải nghiệm người </a:t>
            </a:r>
            <a:r>
              <a:rPr lang="en-US" sz="2400" b="1" dirty="0">
                <a:solidFill>
                  <a:srgbClr val="17406D"/>
                </a:solidFill>
                <a:uFill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dùng</a:t>
            </a:r>
            <a:endParaRPr lang="en-US" sz="2400" b="1" dirty="0">
              <a:solidFill>
                <a:srgbClr val="17406D"/>
              </a:solidFill>
              <a:uFillTx/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6" name="矩形 8"/>
          <p:cNvSpPr/>
          <p:nvPr>
            <p:custDataLst>
              <p:tags r:id="rId13"/>
            </p:custDataLst>
          </p:nvPr>
        </p:nvSpPr>
        <p:spPr>
          <a:xfrm>
            <a:off x="7301972" y="7058367"/>
            <a:ext cx="10199025" cy="1087187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 anchorCtr="0">
            <a:noAutofit/>
          </a:bodyPr>
          <a:p>
            <a:pPr indent="-2286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n>
                  <a:noFill/>
                  <a:prstDash val="sysDot"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Tìm kiếm nhanh</a:t>
            </a:r>
            <a:endParaRPr lang="en-US" sz="2400">
              <a:ln>
                <a:noFill/>
                <a:prstDash val="sysDot"/>
              </a:ln>
              <a:solidFill>
                <a:sysClr val="windowText" lastClr="000000">
                  <a:lumMod val="85000"/>
                  <a:lumOff val="15000"/>
                </a:sys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-2286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n>
                  <a:noFill/>
                  <a:prstDash val="sysDot"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Gợi ý sách</a:t>
            </a:r>
            <a:endParaRPr lang="en-US" sz="2400">
              <a:ln>
                <a:noFill/>
                <a:prstDash val="sysDot"/>
              </a:ln>
              <a:solidFill>
                <a:sysClr val="windowText" lastClr="000000">
                  <a:lumMod val="85000"/>
                  <a:lumOff val="15000"/>
                </a:sys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-2286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n>
                  <a:noFill/>
                  <a:prstDash val="sysDot"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Chatbot AI</a:t>
            </a:r>
            <a:endParaRPr lang="en-US" sz="2400">
              <a:ln>
                <a:noFill/>
                <a:prstDash val="sysDot"/>
              </a:ln>
              <a:solidFill>
                <a:sysClr val="windowText" lastClr="000000">
                  <a:lumMod val="85000"/>
                  <a:lumOff val="15000"/>
                </a:sys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-2286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n>
                  <a:noFill/>
                  <a:prstDash val="sysDot"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Dashboard trực quan</a:t>
            </a:r>
            <a:endParaRPr lang="en-US" sz="2400">
              <a:ln>
                <a:noFill/>
                <a:prstDash val="sysDot"/>
              </a:ln>
              <a:solidFill>
                <a:sysClr val="windowText" lastClr="000000">
                  <a:lumMod val="85000"/>
                  <a:lumOff val="15000"/>
                </a:sys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16271875" y="1028700"/>
            <a:ext cx="987425" cy="987425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BFBFB"/>
            </a:solidFill>
            <a:ln w="28575" cap="sq">
              <a:solidFill>
                <a:srgbClr val="071952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3500" y="-3175"/>
              <a:ext cx="685800" cy="752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473008" y="1162050"/>
            <a:ext cx="585160" cy="628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7195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05</a:t>
            </a:r>
            <a:endParaRPr lang="en-US" sz="3500">
              <a:solidFill>
                <a:srgbClr val="07195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4291330" y="1104900"/>
            <a:ext cx="970597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2. Cơ sở l</a:t>
            </a:r>
            <a:r>
              <a:rPr lang="en-US" altLang="en-US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ý </a:t>
            </a:r>
            <a:r>
              <a:rPr lang="en-US" altLang="en-US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thuyết</a:t>
            </a:r>
            <a:endParaRPr lang="en-US" altLang="en-US" sz="40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30" name="单圆角矩形 5"/>
          <p:cNvSpPr/>
          <p:nvPr>
            <p:custDataLst>
              <p:tags r:id="rId5"/>
            </p:custDataLst>
          </p:nvPr>
        </p:nvSpPr>
        <p:spPr>
          <a:xfrm>
            <a:off x="3466702" y="2917825"/>
            <a:ext cx="4905793" cy="2557435"/>
          </a:xfrm>
          <a:prstGeom prst="round1Rect">
            <a:avLst>
              <a:gd name="adj" fmla="val 0"/>
            </a:avLst>
          </a:prstGeom>
          <a:solidFill>
            <a:srgbClr val="FFFFFF"/>
          </a:solidFill>
          <a:ln w="12700" cap="rnd" cmpd="sng" algn="ctr">
            <a:solidFill>
              <a:srgbClr val="0F6FC6">
                <a:lumMod val="20000"/>
                <a:lumOff val="80000"/>
              </a:srgbClr>
            </a:solidFill>
            <a:prstDash val="solid"/>
          </a:ln>
          <a:effectLst>
            <a:outerShdw blurRad="203200" dist="76200" dir="8100000" algn="tr" rotWithShape="0">
              <a:srgbClr val="0F6FC6">
                <a:lumMod val="75000"/>
                <a:alpha val="20000"/>
              </a:srgbClr>
            </a:outerShdw>
          </a:effectLst>
        </p:spPr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/>
            <a:endParaRPr lang="en-US" sz="2400" b="1" spc="300">
              <a:solidFill>
                <a:sysClr val="window" lastClr="FFFFFF">
                  <a:lumMod val="100000"/>
                </a:sysClr>
              </a:solidFill>
              <a:latin typeface="Trebuchet MS" panose="020B0603020202020204" charset="0"/>
              <a:sym typeface="Trebuchet MS" panose="020B0603020202020204" charset="0"/>
            </a:endParaRPr>
          </a:p>
        </p:txBody>
      </p:sp>
      <p:sp>
        <p:nvSpPr>
          <p:cNvPr id="31" name="矩形 1"/>
          <p:cNvSpPr/>
          <p:nvPr>
            <p:custDataLst>
              <p:tags r:id="rId6"/>
            </p:custDataLst>
          </p:nvPr>
        </p:nvSpPr>
        <p:spPr>
          <a:xfrm>
            <a:off x="4236954" y="3311450"/>
            <a:ext cx="5754900" cy="56575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800" b="1">
                <a:solidFill>
                  <a:srgbClr val="0F6FC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  <a:r>
              <a:rPr lang="vi-VN" altLang="en-US" sz="2800" b="1">
                <a:solidFill>
                  <a:srgbClr val="0F6FC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vi-VN" altLang="en-US" sz="2800" b="1">
              <a:solidFill>
                <a:srgbClr val="0F6FC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矩形 2"/>
          <p:cNvSpPr/>
          <p:nvPr>
            <p:custDataLst>
              <p:tags r:id="rId7"/>
            </p:custDataLst>
          </p:nvPr>
        </p:nvSpPr>
        <p:spPr>
          <a:xfrm>
            <a:off x="4237780" y="3948959"/>
            <a:ext cx="5754900" cy="128079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ReactJS</a:t>
            </a:r>
            <a:endParaRPr lang="en-US" altLang="en-US" sz="240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圆角矩形 19"/>
          <p:cNvSpPr/>
          <p:nvPr>
            <p:custDataLst>
              <p:tags r:id="rId8"/>
            </p:custDataLst>
          </p:nvPr>
        </p:nvSpPr>
        <p:spPr>
          <a:xfrm rot="5400000">
            <a:off x="3469965" y="3308976"/>
            <a:ext cx="563908" cy="569883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0F6FC6">
                  <a:alpha val="100000"/>
                </a:srgbClr>
              </a:gs>
              <a:gs pos="0">
                <a:srgbClr val="0F6FC6">
                  <a:lumMod val="70000"/>
                  <a:lumOff val="30000"/>
                  <a:alpha val="100000"/>
                </a:srgbClr>
              </a:gs>
            </a:gsLst>
            <a:lin ang="13200000" scaled="0"/>
            <a:tileRect/>
          </a:gradFill>
          <a:ln w="12700" cap="rnd" cmpd="sng" algn="ctr">
            <a:noFill/>
            <a:prstDash val="solid"/>
          </a:ln>
          <a:effectLst>
            <a:outerShdw blurRad="203200" dist="76200" dir="8100000" algn="tr" rotWithShape="0">
              <a:srgbClr val="0F6FC6">
                <a:lumMod val="75000"/>
                <a:alpha val="20000"/>
              </a:srgbClr>
            </a:outerShdw>
          </a:effectLst>
        </p:spPr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/>
            <a:endParaRPr lang="en-US" sz="2400" b="1" spc="300">
              <a:solidFill>
                <a:sysClr val="window" lastClr="FFFFFF">
                  <a:lumMod val="100000"/>
                </a:sysClr>
              </a:solidFill>
              <a:latin typeface="Trebuchet MS" panose="020B0603020202020204" charset="0"/>
            </a:endParaRPr>
          </a:p>
        </p:txBody>
      </p:sp>
      <p:sp>
        <p:nvSpPr>
          <p:cNvPr id="34" name="燕尾形 20"/>
          <p:cNvSpPr/>
          <p:nvPr>
            <p:custDataLst>
              <p:tags r:id="rId9"/>
            </p:custDataLst>
          </p:nvPr>
        </p:nvSpPr>
        <p:spPr>
          <a:xfrm>
            <a:off x="3677795" y="3484641"/>
            <a:ext cx="147733" cy="219776"/>
          </a:xfrm>
          <a:prstGeom prst="chevron">
            <a:avLst>
              <a:gd name="adj" fmla="val 64013"/>
            </a:avLst>
          </a:prstGeom>
          <a:solidFill>
            <a:srgbClr val="FFFFFF"/>
          </a:solidFill>
          <a:ln w="19050" cap="rnd" cmpd="sng" algn="ctr">
            <a:noFill/>
            <a:prstDash val="solid"/>
          </a:ln>
          <a:effectLst/>
        </p:spPr>
        <p:txBody>
          <a:bodyPr lIns="0" tIns="0" rIns="0" bIns="0" rtlCol="0" anchor="ctr">
            <a:noAutofit/>
          </a:bodyPr>
          <a:p>
            <a:pPr algn="ctr"/>
            <a:endParaRPr lang="en-US">
              <a:solidFill>
                <a:sysClr val="window" lastClr="FFFF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5" name="单圆角矩形 5"/>
          <p:cNvSpPr/>
          <p:nvPr>
            <p:custDataLst>
              <p:tags r:id="rId10"/>
            </p:custDataLst>
          </p:nvPr>
        </p:nvSpPr>
        <p:spPr>
          <a:xfrm>
            <a:off x="9219677" y="2917825"/>
            <a:ext cx="4905793" cy="2557435"/>
          </a:xfrm>
          <a:prstGeom prst="round1Rect">
            <a:avLst>
              <a:gd name="adj" fmla="val 0"/>
            </a:avLst>
          </a:prstGeom>
          <a:solidFill>
            <a:srgbClr val="FFFFFF"/>
          </a:solidFill>
          <a:ln w="12700" cap="rnd" cmpd="sng" algn="ctr">
            <a:solidFill>
              <a:srgbClr val="009DD9">
                <a:lumMod val="20000"/>
                <a:lumOff val="80000"/>
              </a:srgbClr>
            </a:solidFill>
            <a:prstDash val="solid"/>
          </a:ln>
          <a:effectLst>
            <a:outerShdw blurRad="203200" dist="76200" dir="8100000" algn="tr" rotWithShape="0">
              <a:srgbClr val="009DD9">
                <a:lumMod val="75000"/>
                <a:alpha val="20000"/>
              </a:srgbClr>
            </a:outerShdw>
          </a:effectLst>
        </p:spPr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/>
            <a:endParaRPr lang="en-US" sz="2400" b="1" spc="300">
              <a:solidFill>
                <a:sysClr val="window" lastClr="FFFFFF">
                  <a:lumMod val="100000"/>
                </a:sysClr>
              </a:solidFill>
              <a:latin typeface="Trebuchet MS" panose="020B0603020202020204" charset="0"/>
              <a:sym typeface="Trebuchet MS" panose="020B0603020202020204" charset="0"/>
            </a:endParaRPr>
          </a:p>
        </p:txBody>
      </p:sp>
      <p:sp>
        <p:nvSpPr>
          <p:cNvPr id="36" name="矩形 8"/>
          <p:cNvSpPr/>
          <p:nvPr>
            <p:custDataLst>
              <p:tags r:id="rId11"/>
            </p:custDataLst>
          </p:nvPr>
        </p:nvSpPr>
        <p:spPr>
          <a:xfrm>
            <a:off x="9989919" y="3311450"/>
            <a:ext cx="5754899" cy="56575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800" b="1">
                <a:solidFill>
                  <a:srgbClr val="009DD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en-US" sz="2400" b="1">
                <a:solidFill>
                  <a:srgbClr val="009DD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400" b="1">
              <a:solidFill>
                <a:srgbClr val="009DD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矩形 9"/>
          <p:cNvSpPr/>
          <p:nvPr>
            <p:custDataLst>
              <p:tags r:id="rId12"/>
            </p:custDataLst>
          </p:nvPr>
        </p:nvSpPr>
        <p:spPr>
          <a:xfrm>
            <a:off x="9990745" y="3948959"/>
            <a:ext cx="5754900" cy="128079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Node.js và Express.js</a:t>
            </a:r>
            <a:endParaRPr lang="en-US" sz="24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38" name="圆角矩形 19"/>
          <p:cNvSpPr/>
          <p:nvPr>
            <p:custDataLst>
              <p:tags r:id="rId13"/>
            </p:custDataLst>
          </p:nvPr>
        </p:nvSpPr>
        <p:spPr>
          <a:xfrm rot="5400000">
            <a:off x="9222105" y="3308976"/>
            <a:ext cx="564109" cy="569883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009DD9">
                  <a:alpha val="100000"/>
                </a:srgbClr>
              </a:gs>
              <a:gs pos="0">
                <a:srgbClr val="009DD9">
                  <a:lumMod val="70000"/>
                  <a:lumOff val="30000"/>
                  <a:alpha val="100000"/>
                </a:srgbClr>
              </a:gs>
            </a:gsLst>
            <a:lin ang="13200000" scaled="0"/>
            <a:tileRect/>
          </a:gradFill>
          <a:ln w="12700" cap="rnd" cmpd="sng" algn="ctr">
            <a:noFill/>
            <a:prstDash val="solid"/>
          </a:ln>
          <a:effectLst>
            <a:outerShdw blurRad="203200" dist="76200" dir="8100000" algn="tr" rotWithShape="0">
              <a:srgbClr val="009DD9">
                <a:lumMod val="75000"/>
                <a:alpha val="20000"/>
              </a:srgbClr>
            </a:outerShdw>
          </a:effectLst>
        </p:spPr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/>
            <a:endParaRPr lang="en-US" sz="2400" b="1" spc="300">
              <a:solidFill>
                <a:sysClr val="window" lastClr="FFFFFF">
                  <a:lumMod val="100000"/>
                </a:sysClr>
              </a:solidFill>
              <a:latin typeface="Trebuchet MS" panose="020B0603020202020204" charset="0"/>
            </a:endParaRPr>
          </a:p>
        </p:txBody>
      </p:sp>
      <p:sp>
        <p:nvSpPr>
          <p:cNvPr id="39" name="燕尾形 20"/>
          <p:cNvSpPr/>
          <p:nvPr>
            <p:custDataLst>
              <p:tags r:id="rId14"/>
            </p:custDataLst>
          </p:nvPr>
        </p:nvSpPr>
        <p:spPr>
          <a:xfrm>
            <a:off x="9430759" y="3484641"/>
            <a:ext cx="147625" cy="219375"/>
          </a:xfrm>
          <a:prstGeom prst="chevron">
            <a:avLst>
              <a:gd name="adj" fmla="val 64013"/>
            </a:avLst>
          </a:prstGeom>
          <a:solidFill>
            <a:srgbClr val="FFFFFF"/>
          </a:solidFill>
          <a:ln w="19050" cap="rnd" cmpd="sng" algn="ctr">
            <a:noFill/>
            <a:prstDash val="solid"/>
          </a:ln>
          <a:effectLst/>
        </p:spPr>
        <p:txBody>
          <a:bodyPr lIns="0" tIns="0" rIns="0" bIns="0" rtlCol="0" anchor="ctr">
            <a:noAutofit/>
          </a:bodyPr>
          <a:p>
            <a:pPr algn="ctr"/>
            <a:endParaRPr lang="en-US">
              <a:solidFill>
                <a:sysClr val="window" lastClr="FFFF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0" name="单圆角矩形 5"/>
          <p:cNvSpPr/>
          <p:nvPr>
            <p:custDataLst>
              <p:tags r:id="rId15"/>
            </p:custDataLst>
          </p:nvPr>
        </p:nvSpPr>
        <p:spPr>
          <a:xfrm>
            <a:off x="3466702" y="5809784"/>
            <a:ext cx="4905793" cy="2557435"/>
          </a:xfrm>
          <a:prstGeom prst="round1Rect">
            <a:avLst>
              <a:gd name="adj" fmla="val 0"/>
            </a:avLst>
          </a:prstGeom>
          <a:solidFill>
            <a:srgbClr val="FFFFFF"/>
          </a:solidFill>
          <a:ln w="12700" cap="rnd" cmpd="sng" algn="ctr">
            <a:solidFill>
              <a:srgbClr val="0F6FC6">
                <a:lumMod val="20000"/>
                <a:lumOff val="80000"/>
              </a:srgbClr>
            </a:solidFill>
            <a:prstDash val="solid"/>
          </a:ln>
          <a:effectLst>
            <a:outerShdw blurRad="203200" dist="76200" dir="8100000" algn="tr" rotWithShape="0">
              <a:srgbClr val="0F6FC6">
                <a:lumMod val="75000"/>
                <a:alpha val="20000"/>
              </a:srgbClr>
            </a:outerShdw>
          </a:effectLst>
        </p:spPr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/>
            <a:endParaRPr lang="en-US" sz="2400" b="1" spc="300">
              <a:solidFill>
                <a:sysClr val="window" lastClr="FFFFFF">
                  <a:lumMod val="100000"/>
                </a:sysClr>
              </a:solidFill>
              <a:latin typeface="Trebuchet MS" panose="020B0603020202020204" charset="0"/>
              <a:sym typeface="Trebuchet MS" panose="020B0603020202020204" charset="0"/>
            </a:endParaRPr>
          </a:p>
        </p:txBody>
      </p:sp>
      <p:sp>
        <p:nvSpPr>
          <p:cNvPr id="41" name="矩形 10"/>
          <p:cNvSpPr/>
          <p:nvPr>
            <p:custDataLst>
              <p:tags r:id="rId16"/>
            </p:custDataLst>
          </p:nvPr>
        </p:nvSpPr>
        <p:spPr>
          <a:xfrm>
            <a:off x="4236954" y="6328278"/>
            <a:ext cx="5754900" cy="56575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800" b="1">
                <a:solidFill>
                  <a:srgbClr val="0F6FC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Database:</a:t>
            </a:r>
            <a:endParaRPr lang="en-US" sz="2800" b="1">
              <a:solidFill>
                <a:srgbClr val="0F6FC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矩形 11"/>
          <p:cNvSpPr/>
          <p:nvPr>
            <p:custDataLst>
              <p:tags r:id="rId17"/>
            </p:custDataLst>
          </p:nvPr>
        </p:nvSpPr>
        <p:spPr>
          <a:xfrm>
            <a:off x="4237780" y="6965787"/>
            <a:ext cx="5754900" cy="128079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MongoDB</a:t>
            </a:r>
            <a:endParaRPr lang="en-US" sz="24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43" name="圆角矩形 19"/>
          <p:cNvSpPr/>
          <p:nvPr>
            <p:custDataLst>
              <p:tags r:id="rId18"/>
            </p:custDataLst>
          </p:nvPr>
        </p:nvSpPr>
        <p:spPr>
          <a:xfrm rot="5400000">
            <a:off x="3469965" y="6325804"/>
            <a:ext cx="564109" cy="569883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0F6FC6">
                  <a:alpha val="100000"/>
                </a:srgbClr>
              </a:gs>
              <a:gs pos="0">
                <a:srgbClr val="0F6FC6">
                  <a:lumMod val="70000"/>
                  <a:lumOff val="30000"/>
                  <a:alpha val="100000"/>
                </a:srgbClr>
              </a:gs>
            </a:gsLst>
            <a:lin ang="13200000" scaled="0"/>
            <a:tileRect/>
          </a:gradFill>
          <a:ln w="12700" cap="rnd" cmpd="sng" algn="ctr">
            <a:noFill/>
            <a:prstDash val="solid"/>
          </a:ln>
          <a:effectLst>
            <a:outerShdw blurRad="203200" dist="76200" dir="8100000" algn="tr" rotWithShape="0">
              <a:srgbClr val="0F6FC6">
                <a:lumMod val="75000"/>
                <a:alpha val="20000"/>
              </a:srgbClr>
            </a:outerShdw>
          </a:effectLst>
        </p:spPr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/>
            <a:endParaRPr lang="en-US" sz="2400" b="1" spc="300">
              <a:solidFill>
                <a:sysClr val="window" lastClr="FFFFFF">
                  <a:lumMod val="100000"/>
                </a:sysClr>
              </a:solidFill>
              <a:latin typeface="Trebuchet MS" panose="020B0603020202020204" charset="0"/>
            </a:endParaRPr>
          </a:p>
        </p:txBody>
      </p:sp>
      <p:sp>
        <p:nvSpPr>
          <p:cNvPr id="44" name="燕尾形 20"/>
          <p:cNvSpPr/>
          <p:nvPr>
            <p:custDataLst>
              <p:tags r:id="rId19"/>
            </p:custDataLst>
          </p:nvPr>
        </p:nvSpPr>
        <p:spPr>
          <a:xfrm>
            <a:off x="3677795" y="6501469"/>
            <a:ext cx="147625" cy="219375"/>
          </a:xfrm>
          <a:prstGeom prst="chevron">
            <a:avLst>
              <a:gd name="adj" fmla="val 64013"/>
            </a:avLst>
          </a:prstGeom>
          <a:solidFill>
            <a:srgbClr val="FFFFFF"/>
          </a:solidFill>
          <a:ln w="19050" cap="rnd" cmpd="sng" algn="ctr">
            <a:noFill/>
            <a:prstDash val="solid"/>
          </a:ln>
          <a:effectLst/>
        </p:spPr>
        <p:txBody>
          <a:bodyPr lIns="0" tIns="0" rIns="0" bIns="0" rtlCol="0" anchor="ctr">
            <a:noAutofit/>
          </a:bodyPr>
          <a:p>
            <a:pPr algn="ctr"/>
            <a:endParaRPr lang="en-US">
              <a:solidFill>
                <a:sysClr val="window" lastClr="FFFF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5" name="单圆角矩形 5"/>
          <p:cNvSpPr/>
          <p:nvPr>
            <p:custDataLst>
              <p:tags r:id="rId20"/>
            </p:custDataLst>
          </p:nvPr>
        </p:nvSpPr>
        <p:spPr>
          <a:xfrm>
            <a:off x="9219677" y="5809784"/>
            <a:ext cx="4905793" cy="2557435"/>
          </a:xfrm>
          <a:prstGeom prst="round1Rect">
            <a:avLst>
              <a:gd name="adj" fmla="val 0"/>
            </a:avLst>
          </a:prstGeom>
          <a:solidFill>
            <a:srgbClr val="FFFFFF"/>
          </a:solidFill>
          <a:ln w="12700" cap="rnd" cmpd="sng" algn="ctr">
            <a:solidFill>
              <a:srgbClr val="009DD9">
                <a:lumMod val="20000"/>
                <a:lumOff val="80000"/>
              </a:srgbClr>
            </a:solidFill>
            <a:prstDash val="solid"/>
          </a:ln>
          <a:effectLst>
            <a:outerShdw blurRad="203200" dist="76200" dir="8100000" algn="tr" rotWithShape="0">
              <a:srgbClr val="009DD9">
                <a:lumMod val="75000"/>
                <a:alpha val="20000"/>
              </a:srgbClr>
            </a:outerShdw>
          </a:effectLst>
        </p:spPr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/>
            <a:endParaRPr lang="en-US" sz="2400" b="1" spc="300">
              <a:solidFill>
                <a:sysClr val="window" lastClr="FFFFFF">
                  <a:lumMod val="100000"/>
                </a:sysClr>
              </a:solidFill>
              <a:latin typeface="Trebuchet MS" panose="020B0603020202020204" charset="0"/>
              <a:sym typeface="Trebuchet MS" panose="020B0603020202020204" charset="0"/>
            </a:endParaRPr>
          </a:p>
        </p:txBody>
      </p:sp>
      <p:sp>
        <p:nvSpPr>
          <p:cNvPr id="46" name="矩形 12"/>
          <p:cNvSpPr/>
          <p:nvPr>
            <p:custDataLst>
              <p:tags r:id="rId21"/>
            </p:custDataLst>
          </p:nvPr>
        </p:nvSpPr>
        <p:spPr>
          <a:xfrm>
            <a:off x="9989919" y="6202921"/>
            <a:ext cx="5754899" cy="565759"/>
          </a:xfrm>
          <a:prstGeom prst="rect">
            <a:avLst/>
          </a:prstGeom>
          <a:noFill/>
        </p:spPr>
        <p:txBody>
          <a:bodyPr wrap="square" lIns="0" tIns="0" rIns="0" bIns="0" rtlCol="0" anchor="b"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800" b="1">
                <a:solidFill>
                  <a:srgbClr val="009DD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Bảo mật: </a:t>
            </a:r>
            <a:endParaRPr lang="en-US" sz="2800" b="1">
              <a:solidFill>
                <a:srgbClr val="009DD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矩形 13"/>
          <p:cNvSpPr/>
          <p:nvPr>
            <p:custDataLst>
              <p:tags r:id="rId22"/>
            </p:custDataLst>
          </p:nvPr>
        </p:nvSpPr>
        <p:spPr>
          <a:xfrm>
            <a:off x="9990745" y="6840430"/>
            <a:ext cx="5754900" cy="128079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JSON Web Token (JWT) và </a:t>
            </a:r>
            <a:endParaRPr lang="en-US" sz="24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mã hóa Hash (Bcrypt)</a:t>
            </a:r>
            <a:endParaRPr lang="en-US" sz="24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圆角矩形 19"/>
          <p:cNvSpPr/>
          <p:nvPr>
            <p:custDataLst>
              <p:tags r:id="rId23"/>
            </p:custDataLst>
          </p:nvPr>
        </p:nvSpPr>
        <p:spPr>
          <a:xfrm rot="5400000">
            <a:off x="9222930" y="6200446"/>
            <a:ext cx="564109" cy="569883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009DD9">
                  <a:alpha val="100000"/>
                </a:srgbClr>
              </a:gs>
              <a:gs pos="0">
                <a:srgbClr val="009DD9">
                  <a:lumMod val="70000"/>
                  <a:lumOff val="30000"/>
                  <a:alpha val="100000"/>
                </a:srgbClr>
              </a:gs>
            </a:gsLst>
            <a:lin ang="13200000" scaled="0"/>
            <a:tileRect/>
          </a:gradFill>
          <a:ln w="12700" cap="rnd" cmpd="sng" algn="ctr">
            <a:noFill/>
            <a:prstDash val="solid"/>
          </a:ln>
          <a:effectLst>
            <a:outerShdw blurRad="203200" dist="76200" dir="8100000" algn="tr" rotWithShape="0">
              <a:srgbClr val="009DD9">
                <a:lumMod val="75000"/>
                <a:alpha val="20000"/>
              </a:srgbClr>
            </a:outerShdw>
          </a:effectLst>
        </p:spPr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algn="ctr"/>
            <a:endParaRPr lang="en-US" sz="2400" b="1" spc="300">
              <a:solidFill>
                <a:sysClr val="window" lastClr="FFFFFF">
                  <a:lumMod val="100000"/>
                </a:sysClr>
              </a:solidFill>
              <a:latin typeface="Trebuchet MS" panose="020B0603020202020204" charset="0"/>
            </a:endParaRPr>
          </a:p>
        </p:txBody>
      </p:sp>
      <p:sp>
        <p:nvSpPr>
          <p:cNvPr id="49" name="燕尾形 20"/>
          <p:cNvSpPr/>
          <p:nvPr>
            <p:custDataLst>
              <p:tags r:id="rId24"/>
            </p:custDataLst>
          </p:nvPr>
        </p:nvSpPr>
        <p:spPr>
          <a:xfrm>
            <a:off x="9430759" y="6376112"/>
            <a:ext cx="147625" cy="219375"/>
          </a:xfrm>
          <a:prstGeom prst="chevron">
            <a:avLst>
              <a:gd name="adj" fmla="val 64013"/>
            </a:avLst>
          </a:prstGeom>
          <a:solidFill>
            <a:srgbClr val="FFFFFF"/>
          </a:solidFill>
          <a:ln w="19050" cap="rnd" cmpd="sng" algn="ctr">
            <a:noFill/>
            <a:prstDash val="solid"/>
          </a:ln>
          <a:effectLst/>
        </p:spPr>
        <p:txBody>
          <a:bodyPr lIns="0" tIns="0" rIns="0" bIns="0" rtlCol="0" anchor="ctr">
            <a:noAutofit/>
          </a:bodyPr>
          <a:p>
            <a:pPr algn="ctr"/>
            <a:endParaRPr lang="en-US">
              <a:solidFill>
                <a:sysClr val="window" lastClr="FFFF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16271875" y="1028700"/>
            <a:ext cx="987425" cy="987425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BFBFB"/>
            </a:solidFill>
            <a:ln w="28575" cap="sq">
              <a:solidFill>
                <a:srgbClr val="071952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3500" y="-3175"/>
              <a:ext cx="685800" cy="752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473008" y="1162050"/>
            <a:ext cx="585160" cy="628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7195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06</a:t>
            </a:r>
            <a:endParaRPr lang="en-US" sz="3500">
              <a:solidFill>
                <a:srgbClr val="07195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4291330" y="266700"/>
            <a:ext cx="970597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3. Phân tích và thiết kế hệ thống</a:t>
            </a:r>
            <a:endParaRPr lang="en-US" altLang="en-US" sz="40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en-US" altLang="en-US" sz="40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49" name="Text Box 148"/>
          <p:cNvSpPr txBox="1"/>
          <p:nvPr/>
        </p:nvSpPr>
        <p:spPr>
          <a:xfrm>
            <a:off x="6096635" y="1257300"/>
            <a:ext cx="609600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3.1 Thiết kế dữ liệu</a:t>
            </a:r>
            <a:endParaRPr lang="en-US" altLang="en-US" sz="32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en-US" altLang="en-US" sz="32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0" y="2231390"/>
            <a:ext cx="12141200" cy="686054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2" name="Text Box 21"/>
          <p:cNvSpPr txBox="1"/>
          <p:nvPr/>
        </p:nvSpPr>
        <p:spPr>
          <a:xfrm>
            <a:off x="5673090" y="9182100"/>
            <a:ext cx="6890385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400" i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Hình 3.</a:t>
            </a:r>
            <a:r>
              <a:rPr lang="vi-VN" sz="2400" i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1</a:t>
            </a:r>
            <a:r>
              <a:rPr sz="2400" i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: Lược đồ cơ sở dữ liệu</a:t>
            </a:r>
            <a:endParaRPr sz="2400" i="1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16271875" y="1028700"/>
            <a:ext cx="987425" cy="987425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BFBFB"/>
            </a:solidFill>
            <a:ln w="28575" cap="sq">
              <a:solidFill>
                <a:srgbClr val="071952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3500" y="-3175"/>
              <a:ext cx="685800" cy="752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473008" y="1162050"/>
            <a:ext cx="585160" cy="628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7195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07</a:t>
            </a:r>
            <a:endParaRPr lang="en-US" sz="3500">
              <a:solidFill>
                <a:srgbClr val="07195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4291330" y="266700"/>
            <a:ext cx="970597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3. Phân tích và thiết kế hệ thống</a:t>
            </a:r>
            <a:endParaRPr lang="en-US" altLang="en-US" sz="40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en-US" altLang="en-US" sz="40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49" name="Text Box 148"/>
          <p:cNvSpPr txBox="1"/>
          <p:nvPr/>
        </p:nvSpPr>
        <p:spPr>
          <a:xfrm>
            <a:off x="6096635" y="1257300"/>
            <a:ext cx="6096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3.2 Mô hình xử l</a:t>
            </a:r>
            <a:r>
              <a:rPr lang="en-US" alt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ý</a:t>
            </a:r>
            <a:endParaRPr lang="en-US" altLang="en-US" sz="32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5673090" y="9182100"/>
            <a:ext cx="6890385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i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Hình 3.2: Sơ </a:t>
            </a:r>
            <a:r>
              <a:rPr lang="en-US" altLang="en-US" sz="2400" i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đ</a:t>
            </a:r>
            <a:r>
              <a:rPr lang="en-US" altLang="en-US" sz="2400" i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ồ Use case tổng quát</a:t>
            </a:r>
            <a:endParaRPr lang="en-US" altLang="en-US" sz="2400" i="1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</a:endParaRPr>
          </a:p>
        </p:txBody>
      </p:sp>
      <p:pic>
        <p:nvPicPr>
          <p:cNvPr id="7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3595" y="2261235"/>
            <a:ext cx="11562715" cy="6746875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16271875" y="1028700"/>
            <a:ext cx="987425" cy="987425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BFBFB"/>
            </a:solidFill>
            <a:ln w="28575" cap="sq">
              <a:solidFill>
                <a:srgbClr val="071952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3500" y="-3175"/>
              <a:ext cx="685800" cy="752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473008" y="1162050"/>
            <a:ext cx="585160" cy="628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7195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08</a:t>
            </a:r>
            <a:endParaRPr lang="en-US" sz="3500">
              <a:solidFill>
                <a:srgbClr val="07195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4291330" y="1104900"/>
            <a:ext cx="970597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4. Kết quả </a:t>
            </a:r>
            <a:r>
              <a:rPr lang="en-US" altLang="en-US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đ</a:t>
            </a:r>
            <a:r>
              <a:rPr lang="en-US" altLang="en-US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ạt </a:t>
            </a:r>
            <a:r>
              <a:rPr lang="en-US" altLang="en-US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đư</a:t>
            </a:r>
            <a:r>
              <a:rPr lang="en-US" altLang="en-US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ợc</a:t>
            </a:r>
            <a:endParaRPr lang="en-US" altLang="en-US" sz="40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22" name="矩形 2"/>
          <p:cNvSpPr/>
          <p:nvPr>
            <p:custDataLst>
              <p:tags r:id="rId5"/>
            </p:custDataLst>
          </p:nvPr>
        </p:nvSpPr>
        <p:spPr>
          <a:xfrm>
            <a:off x="9334291" y="7760106"/>
            <a:ext cx="9401046" cy="567114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Giao diện quản lý phiếu mượn</a:t>
            </a:r>
            <a:endParaRPr lang="en-US" sz="2800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矩形 5"/>
          <p:cNvSpPr/>
          <p:nvPr>
            <p:custDataLst>
              <p:tags r:id="rId6"/>
            </p:custDataLst>
          </p:nvPr>
        </p:nvSpPr>
        <p:spPr>
          <a:xfrm>
            <a:off x="9334983" y="6348413"/>
            <a:ext cx="9401046" cy="567114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8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Giao diện quản trị kho sách</a:t>
            </a:r>
            <a:endParaRPr lang="en-US" sz="2800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矩形 9"/>
          <p:cNvSpPr/>
          <p:nvPr>
            <p:custDataLst>
              <p:tags r:id="rId7"/>
            </p:custDataLst>
          </p:nvPr>
        </p:nvSpPr>
        <p:spPr>
          <a:xfrm>
            <a:off x="9280999" y="4574751"/>
            <a:ext cx="9401046" cy="567114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Trang chi tiết sách</a:t>
            </a:r>
            <a:endParaRPr lang="en-US" sz="2800" b="1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矩形 16"/>
          <p:cNvSpPr/>
          <p:nvPr>
            <p:custDataLst>
              <p:tags r:id="rId8"/>
            </p:custDataLst>
          </p:nvPr>
        </p:nvSpPr>
        <p:spPr>
          <a:xfrm>
            <a:off x="9334291" y="3109074"/>
            <a:ext cx="9401046" cy="567114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8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Giao diện trang chủ</a:t>
            </a:r>
            <a:endParaRPr lang="en-US" sz="2800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椭圆 13"/>
          <p:cNvSpPr/>
          <p:nvPr>
            <p:custDataLst>
              <p:tags r:id="rId9"/>
            </p:custDataLst>
          </p:nvPr>
        </p:nvSpPr>
        <p:spPr>
          <a:xfrm>
            <a:off x="3122688" y="2765002"/>
            <a:ext cx="5486395" cy="6104063"/>
          </a:xfrm>
          <a:prstGeom prst="ellipse">
            <a:avLst/>
          </a:prstGeom>
          <a:noFill/>
          <a:ln>
            <a:gradFill>
              <a:gsLst>
                <a:gs pos="100000">
                  <a:srgbClr val="D9D9D9">
                    <a:lumMod val="89000"/>
                    <a:lumOff val="11000"/>
                  </a:srgbClr>
                </a:gs>
                <a:gs pos="15000">
                  <a:srgbClr val="FFFFFF">
                    <a:lumMod val="20000"/>
                    <a:lumOff val="80000"/>
                    <a:alpha val="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30" name="椭圆 6"/>
          <p:cNvSpPr/>
          <p:nvPr>
            <p:custDataLst>
              <p:tags r:id="rId10"/>
            </p:custDataLst>
          </p:nvPr>
        </p:nvSpPr>
        <p:spPr>
          <a:xfrm>
            <a:off x="8052079" y="4418549"/>
            <a:ext cx="879625" cy="879625"/>
          </a:xfrm>
          <a:prstGeom prst="ellipse">
            <a:avLst/>
          </a:prstGeom>
          <a:solidFill>
            <a:schemeClr val="accent2"/>
          </a:solidFill>
          <a:ln>
            <a:gradFill>
              <a:gsLst>
                <a:gs pos="37000">
                  <a:srgbClr val="FFFFFF"/>
                </a:gs>
                <a:gs pos="0">
                  <a:schemeClr val="accent2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  <a:gs pos="71000">
                  <a:schemeClr val="accent2">
                    <a:lumMod val="20000"/>
                    <a:lumOff val="80000"/>
                    <a:alpha val="100000"/>
                  </a:schemeClr>
                </a:gs>
              </a:gsLst>
              <a:lin ang="1578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02</a:t>
            </a:r>
            <a:endParaRPr lang="en-US" sz="28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131" name="椭圆 7"/>
          <p:cNvSpPr/>
          <p:nvPr>
            <p:custDataLst>
              <p:tags r:id="rId11"/>
            </p:custDataLst>
          </p:nvPr>
        </p:nvSpPr>
        <p:spPr>
          <a:xfrm>
            <a:off x="7151713" y="7681455"/>
            <a:ext cx="879625" cy="879625"/>
          </a:xfrm>
          <a:prstGeom prst="ellipse">
            <a:avLst/>
          </a:prstGeom>
          <a:solidFill>
            <a:schemeClr val="accent2"/>
          </a:solidFill>
          <a:ln>
            <a:gradFill>
              <a:gsLst>
                <a:gs pos="37000">
                  <a:srgbClr val="FFFFFF"/>
                </a:gs>
                <a:gs pos="0">
                  <a:schemeClr val="accent2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  <a:gs pos="71000">
                  <a:schemeClr val="accent2">
                    <a:lumMod val="20000"/>
                    <a:lumOff val="80000"/>
                    <a:alpha val="100000"/>
                  </a:schemeClr>
                </a:gs>
              </a:gsLst>
              <a:lin ang="1578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45720" bIns="45720" numCol="1" spcCol="0" rtlCol="0" fromWordArt="0" anchor="ctr" anchorCtr="0" forceAA="0" compatLnSpc="1">
            <a:no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8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04</a:t>
            </a:r>
            <a:endParaRPr lang="en-US" sz="2800" b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132" name="椭圆 32"/>
          <p:cNvSpPr/>
          <p:nvPr>
            <p:custDataLst>
              <p:tags r:id="rId12"/>
            </p:custDataLst>
          </p:nvPr>
        </p:nvSpPr>
        <p:spPr>
          <a:xfrm>
            <a:off x="6985608" y="3044161"/>
            <a:ext cx="879625" cy="879625"/>
          </a:xfrm>
          <a:prstGeom prst="ellipse">
            <a:avLst/>
          </a:prstGeom>
          <a:solidFill>
            <a:schemeClr val="accent1"/>
          </a:solidFill>
          <a:ln>
            <a:gradFill>
              <a:gsLst>
                <a:gs pos="37000">
                  <a:srgbClr val="FFFFFF"/>
                </a:gs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  <a:gs pos="71000">
                  <a:schemeClr val="accent1">
                    <a:lumMod val="20000"/>
                    <a:lumOff val="80000"/>
                    <a:alpha val="100000"/>
                  </a:schemeClr>
                </a:gs>
              </a:gsLst>
              <a:lin ang="1578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45720" bIns="45720" numCol="1" spcCol="0" rtlCol="0" fromWordArt="0" anchor="ctr" anchorCtr="0" forceAA="0" compatLnSpc="1">
            <a:no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8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01</a:t>
            </a:r>
            <a:endParaRPr lang="en-US" sz="28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133" name="弧形 17"/>
          <p:cNvSpPr/>
          <p:nvPr>
            <p:custDataLst>
              <p:tags r:id="rId13"/>
            </p:custDataLst>
          </p:nvPr>
        </p:nvSpPr>
        <p:spPr>
          <a:xfrm rot="6180000">
            <a:off x="3491267" y="4015043"/>
            <a:ext cx="3769426" cy="3794243"/>
          </a:xfrm>
          <a:prstGeom prst="arc">
            <a:avLst>
              <a:gd name="adj1" fmla="val 17579482"/>
              <a:gd name="adj2" fmla="val 6551471"/>
            </a:avLst>
          </a:prstGeom>
          <a:ln>
            <a:solidFill>
              <a:schemeClr val="tx1">
                <a:lumMod val="65000"/>
                <a:lumOff val="35000"/>
                <a:alpha val="20000"/>
              </a:schemeClr>
            </a:solidFill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4" name="椭圆 21"/>
          <p:cNvSpPr/>
          <p:nvPr>
            <p:custDataLst>
              <p:tags r:id="rId14"/>
            </p:custDataLst>
          </p:nvPr>
        </p:nvSpPr>
        <p:spPr>
          <a:xfrm>
            <a:off x="3870875" y="4214498"/>
            <a:ext cx="3139811" cy="3139811"/>
          </a:xfrm>
          <a:prstGeom prst="ellipse">
            <a:avLst/>
          </a:prstGeom>
          <a:solidFill>
            <a:schemeClr val="accent1"/>
          </a:solidFill>
          <a:ln>
            <a:gradFill>
              <a:gsLst>
                <a:gs pos="37000">
                  <a:srgbClr val="FFFFFF"/>
                </a:gs>
                <a:gs pos="0">
                  <a:schemeClr val="accent1">
                    <a:lumMod val="45000"/>
                    <a:lumOff val="55000"/>
                    <a:alpha val="100000"/>
                  </a:schemeClr>
                </a:gs>
                <a:gs pos="100000">
                  <a:srgbClr val="FFFFFF"/>
                </a:gs>
                <a:gs pos="71000">
                  <a:schemeClr val="accent1">
                    <a:lumMod val="30000"/>
                    <a:lumOff val="70000"/>
                    <a:alpha val="100000"/>
                  </a:schemeClr>
                </a:gs>
              </a:gsLst>
              <a:lin ang="162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Một số giao diện tiêu biểu:</a:t>
            </a:r>
            <a:endParaRPr lang="en-US" sz="32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35" name="椭圆 23"/>
          <p:cNvSpPr/>
          <p:nvPr>
            <p:custDataLst>
              <p:tags r:id="rId15"/>
            </p:custDataLst>
          </p:nvPr>
        </p:nvSpPr>
        <p:spPr>
          <a:xfrm>
            <a:off x="8135132" y="6163353"/>
            <a:ext cx="879625" cy="879625"/>
          </a:xfrm>
          <a:prstGeom prst="ellipse">
            <a:avLst/>
          </a:prstGeom>
          <a:solidFill>
            <a:schemeClr val="accent1"/>
          </a:solidFill>
          <a:ln>
            <a:gradFill>
              <a:gsLst>
                <a:gs pos="37000">
                  <a:srgbClr val="FFFFFF"/>
                </a:gs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  <a:gs pos="71000">
                  <a:schemeClr val="accent1">
                    <a:lumMod val="20000"/>
                    <a:lumOff val="80000"/>
                    <a:alpha val="100000"/>
                  </a:schemeClr>
                </a:gs>
              </a:gsLst>
              <a:lin ang="162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8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03</a:t>
            </a:r>
            <a:endParaRPr lang="en-US" sz="2800" b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16271875" y="1028700"/>
            <a:ext cx="987425" cy="987425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BFBFB"/>
            </a:solidFill>
            <a:ln w="28575" cap="sq">
              <a:solidFill>
                <a:srgbClr val="071952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3500" y="-3175"/>
              <a:ext cx="685800" cy="752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473008" y="1162050"/>
            <a:ext cx="585160" cy="628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7195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09</a:t>
            </a:r>
            <a:endParaRPr lang="en-US" sz="3500">
              <a:solidFill>
                <a:srgbClr val="07195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4291330" y="266700"/>
            <a:ext cx="970597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3. Phân tích và thiết kế hệ thống</a:t>
            </a:r>
            <a:endParaRPr lang="en-US" altLang="en-US" sz="40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en-US" altLang="en-US" sz="40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49" name="Text Box 148"/>
          <p:cNvSpPr txBox="1"/>
          <p:nvPr/>
        </p:nvSpPr>
        <p:spPr>
          <a:xfrm>
            <a:off x="6096635" y="1257300"/>
            <a:ext cx="609600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3200" b="1" dirty="0">
                <a:solidFill>
                  <a:schemeClr val="dk1">
                    <a:lumMod val="80000"/>
                    <a:lumOff val="2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Giao diện trang chủ</a:t>
            </a:r>
            <a:endParaRPr lang="en-US" altLang="en-US" sz="32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en-US" altLang="en-US" sz="32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5673090" y="9182100"/>
            <a:ext cx="6890385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i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Hình 4.1: Giao diện trang chủ</a:t>
            </a:r>
            <a:endParaRPr lang="en-US" altLang="en-US" sz="2400" i="1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</a:endParaRPr>
          </a:p>
        </p:txBody>
      </p:sp>
      <p:pic>
        <p:nvPicPr>
          <p:cNvPr id="7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9030" y="2095500"/>
            <a:ext cx="13438505" cy="70656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16271875" y="1028700"/>
            <a:ext cx="987425" cy="987425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BFBFB"/>
            </a:solidFill>
            <a:ln w="28575" cap="sq">
              <a:solidFill>
                <a:srgbClr val="071952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3500" y="-3175"/>
              <a:ext cx="685800" cy="752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473008" y="1162050"/>
            <a:ext cx="585160" cy="628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7195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10</a:t>
            </a:r>
            <a:endParaRPr lang="en-US" sz="3500">
              <a:solidFill>
                <a:srgbClr val="07195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4291330" y="266700"/>
            <a:ext cx="970597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3. Phân tích và thiết kế hệ thống</a:t>
            </a:r>
            <a:endParaRPr lang="en-US" altLang="en-US" sz="40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en-US" altLang="en-US" sz="40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49" name="Text Box 148"/>
          <p:cNvSpPr txBox="1"/>
          <p:nvPr/>
        </p:nvSpPr>
        <p:spPr>
          <a:xfrm>
            <a:off x="6096635" y="1257300"/>
            <a:ext cx="609600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Trang chi tiết sách</a:t>
            </a:r>
            <a:endParaRPr lang="en-US" altLang="en-US" sz="32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en-US" altLang="en-US" sz="32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5673090" y="9182100"/>
            <a:ext cx="6890385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i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Hình 4.2: Trang chi tiết sách</a:t>
            </a:r>
            <a:endParaRPr lang="en-US" altLang="en-US" sz="2400" i="1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</a:endParaRPr>
          </a:p>
        </p:txBody>
      </p:sp>
      <p:pic>
        <p:nvPicPr>
          <p:cNvPr id="8" name="Picture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0035" y="2095500"/>
            <a:ext cx="12649200" cy="7080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16271875" y="1028700"/>
            <a:ext cx="987425" cy="987425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BFBFB"/>
            </a:solidFill>
            <a:ln w="28575" cap="sq">
              <a:solidFill>
                <a:srgbClr val="071952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3500" y="-3175"/>
              <a:ext cx="685800" cy="752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473008" y="1162050"/>
            <a:ext cx="585160" cy="628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7195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11</a:t>
            </a:r>
            <a:endParaRPr lang="en-US" sz="3500">
              <a:solidFill>
                <a:srgbClr val="07195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4291330" y="266700"/>
            <a:ext cx="970597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3. Phân tích và thiết kế hệ thống</a:t>
            </a:r>
            <a:endParaRPr lang="en-US" altLang="en-US" sz="40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en-US" altLang="en-US" sz="40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49" name="Text Box 148"/>
          <p:cNvSpPr txBox="1"/>
          <p:nvPr/>
        </p:nvSpPr>
        <p:spPr>
          <a:xfrm>
            <a:off x="6096635" y="1257300"/>
            <a:ext cx="609600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Giao diện quản trị kho sách</a:t>
            </a:r>
            <a:endParaRPr lang="en-US" altLang="en-US" sz="32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en-US" altLang="en-US" sz="32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5673090" y="9182100"/>
            <a:ext cx="6890385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i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Hình 4.3: Giao diện quản trị kho sách</a:t>
            </a:r>
            <a:endParaRPr lang="en-US" altLang="en-US" sz="2400" i="1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</a:endParaRPr>
          </a:p>
        </p:txBody>
      </p:sp>
      <p:pic>
        <p:nvPicPr>
          <p:cNvPr id="7" name="Picture 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3600" y="2052320"/>
            <a:ext cx="13896340" cy="72370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16271875" y="1028700"/>
            <a:ext cx="987425" cy="987425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BFBFB"/>
            </a:solidFill>
            <a:ln w="28575" cap="sq">
              <a:solidFill>
                <a:srgbClr val="071952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3500" y="-3175"/>
              <a:ext cx="685800" cy="752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473008" y="1162050"/>
            <a:ext cx="585160" cy="628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7195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12</a:t>
            </a:r>
            <a:endParaRPr lang="en-US" sz="3500">
              <a:solidFill>
                <a:srgbClr val="07195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4291330" y="266700"/>
            <a:ext cx="970597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3. Phân tích và thiết kế hệ thống</a:t>
            </a:r>
            <a:endParaRPr lang="en-US" altLang="en-US" sz="40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en-US" altLang="en-US" sz="40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49" name="Text Box 148"/>
          <p:cNvSpPr txBox="1"/>
          <p:nvPr/>
        </p:nvSpPr>
        <p:spPr>
          <a:xfrm>
            <a:off x="6096635" y="1257300"/>
            <a:ext cx="6096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Giao diện quản l</a:t>
            </a:r>
            <a:r>
              <a:rPr lang="en-US" alt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ý </a:t>
            </a:r>
            <a:r>
              <a:rPr lang="en-US" alt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phiếu m</a:t>
            </a:r>
            <a:r>
              <a:rPr lang="en-US" alt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ư</a:t>
            </a:r>
            <a:r>
              <a:rPr lang="en-US" alt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ợn</a:t>
            </a:r>
            <a:endParaRPr lang="en-US" altLang="en-US" sz="32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5673090" y="9182100"/>
            <a:ext cx="6890385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i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Hình 4.4: Giao diện quản l</a:t>
            </a:r>
            <a:r>
              <a:rPr lang="en-US" altLang="en-US" sz="2400" i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ý </a:t>
            </a:r>
            <a:r>
              <a:rPr lang="en-US" altLang="en-US" sz="2400" i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phiếu m</a:t>
            </a:r>
            <a:r>
              <a:rPr lang="en-US" altLang="en-US" sz="2400" i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ư</a:t>
            </a:r>
            <a:r>
              <a:rPr lang="en-US" altLang="en-US" sz="2400" i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ợn</a:t>
            </a:r>
            <a:endParaRPr lang="en-US" altLang="en-US" sz="2400" i="1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</a:endParaRPr>
          </a:p>
        </p:txBody>
      </p:sp>
      <p:pic>
        <p:nvPicPr>
          <p:cNvPr id="8" name="Picture 4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5615" y="2200910"/>
            <a:ext cx="12258040" cy="6867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16271875" y="1028700"/>
            <a:ext cx="987425" cy="987425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BFBFB"/>
            </a:solidFill>
            <a:ln w="28575" cap="sq">
              <a:solidFill>
                <a:srgbClr val="071952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3500" y="-3175"/>
              <a:ext cx="685800" cy="752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473008" y="1162050"/>
            <a:ext cx="585160" cy="628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7195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13</a:t>
            </a:r>
            <a:endParaRPr lang="en-US" sz="3500">
              <a:solidFill>
                <a:srgbClr val="07195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3706495" y="800100"/>
            <a:ext cx="1087501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5. Kết luận</a:t>
            </a:r>
            <a:endParaRPr lang="en-US" altLang="en-US" sz="40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2670175" y="1943100"/>
            <a:ext cx="12948285" cy="75520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vi-VN" sz="3200" b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Kết quả đạt được</a:t>
            </a:r>
            <a:endParaRPr lang="en-US" altLang="en-US" sz="3200" b="1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Hoàn thành việc xây dựng một hệ thống hoàn chỉnh, giải quyết được bài toán thực tiễn</a:t>
            </a:r>
            <a:r>
              <a:rPr lang="vi-VN" altLang="en-US" sz="3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endParaRPr lang="vi-VN" altLang="en-US" sz="320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Hệ thống vận hành ổn định, giao diện thân thiện</a:t>
            </a:r>
            <a:endParaRPr lang="en-US" altLang="en-US" sz="320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3200" b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Giá trị đạt được</a:t>
            </a:r>
            <a:endParaRPr lang="en-US" altLang="en-US" sz="3200" b="1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ü"/>
            </a:pPr>
            <a:r>
              <a:rPr lang="en-US" altLang="en-US" sz="3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Giảm thao tác thủ công</a:t>
            </a:r>
            <a:endParaRPr lang="en-US" altLang="en-US" sz="320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ü"/>
            </a:pPr>
            <a:r>
              <a:rPr lang="en-US" altLang="en-US" sz="3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Tăng độ chính xác</a:t>
            </a:r>
            <a:endParaRPr lang="en-US" altLang="en-US" sz="320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ü"/>
            </a:pPr>
            <a:r>
              <a:rPr lang="en-US" altLang="en-US" sz="3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Nâng cao trải nghiệm người dùng</a:t>
            </a:r>
            <a:endParaRPr lang="en-US" altLang="en-US" sz="320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ü"/>
            </a:pPr>
            <a:r>
              <a:rPr lang="en-US" altLang="en-US" sz="3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Hệ thống hoạt động ổn định</a:t>
            </a:r>
            <a:endParaRPr lang="en-US" altLang="en-US" sz="320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ü"/>
            </a:pPr>
            <a:r>
              <a:rPr lang="en-US" altLang="en-US" sz="3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Dễ mở rộng trong tương lai</a:t>
            </a:r>
            <a:endParaRPr lang="en-US" altLang="en-US" sz="320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4572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endParaRPr lang="en-US" altLang="en-US" sz="320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16271875" y="1028700"/>
            <a:ext cx="987425" cy="987425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FBFBFB"/>
            </a:solidFill>
            <a:ln w="28575" cap="sq">
              <a:solidFill>
                <a:srgbClr val="071952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3500" y="-3175"/>
              <a:ext cx="685800" cy="752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473008" y="1162050"/>
            <a:ext cx="585160" cy="628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7195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13</a:t>
            </a:r>
            <a:endParaRPr lang="en-US" sz="3500">
              <a:solidFill>
                <a:srgbClr val="07195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3706495" y="800100"/>
            <a:ext cx="1087501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40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5. Kết luận</a:t>
            </a:r>
            <a:endParaRPr lang="en-US" altLang="en-US" sz="40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2670175" y="1943100"/>
            <a:ext cx="12948285" cy="75520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sz="3200" b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Hướng phát triển tương lai</a:t>
            </a:r>
            <a:endParaRPr lang="en-US" altLang="en-US" sz="3200" b="1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Tích hợp thanh toán trực tuyến qua mã QR (VNPay, MoMo) để thanh toán tiền phạt</a:t>
            </a:r>
            <a:r>
              <a:rPr lang="vi-VN" altLang="en-US" sz="3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endParaRPr lang="en-US" altLang="en-US" sz="320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Phát triển ứng dụng di </a:t>
            </a:r>
            <a:r>
              <a:rPr lang="en-US" altLang="en-US" sz="3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đ</a:t>
            </a:r>
            <a:r>
              <a:rPr lang="en-US" altLang="en-US" sz="3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ộng hỗ trợ quét mã vạch bằng camera </a:t>
            </a:r>
            <a:r>
              <a:rPr lang="en-US" altLang="en-US" sz="3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đ</a:t>
            </a:r>
            <a:r>
              <a:rPr lang="en-US" altLang="en-US" sz="3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ể m</a:t>
            </a:r>
            <a:r>
              <a:rPr lang="en-US" altLang="en-US" sz="3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ư</a:t>
            </a:r>
            <a:r>
              <a:rPr lang="en-US" altLang="en-US" sz="320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ợn và trả sách nhanh hơn.</a:t>
            </a:r>
            <a:endParaRPr lang="en-US" altLang="en-US" sz="320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5745" y="-3057126"/>
            <a:ext cx="7671941" cy="5593542"/>
          </a:xfrm>
          <a:custGeom>
            <a:avLst/>
            <a:gdLst/>
            <a:ahLst/>
            <a:cxnLst/>
            <a:rect l="l" t="t" r="r" b="b"/>
            <a:pathLst>
              <a:path w="7671941" h="5593542">
                <a:moveTo>
                  <a:pt x="0" y="0"/>
                </a:moveTo>
                <a:lnTo>
                  <a:pt x="7671941" y="0"/>
                </a:lnTo>
                <a:lnTo>
                  <a:pt x="7671941" y="5593542"/>
                </a:lnTo>
                <a:lnTo>
                  <a:pt x="0" y="559354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23267" y="-3057126"/>
            <a:ext cx="7672066" cy="6235297"/>
          </a:xfrm>
          <a:custGeom>
            <a:avLst/>
            <a:gdLst/>
            <a:ahLst/>
            <a:cxnLst/>
            <a:rect l="l" t="t" r="r" b="b"/>
            <a:pathLst>
              <a:path w="7672066" h="6235297">
                <a:moveTo>
                  <a:pt x="0" y="0"/>
                </a:moveTo>
                <a:lnTo>
                  <a:pt x="7672066" y="0"/>
                </a:lnTo>
                <a:lnTo>
                  <a:pt x="7672066" y="6235297"/>
                </a:lnTo>
                <a:lnTo>
                  <a:pt x="0" y="62352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094366" y="4656908"/>
            <a:ext cx="20476731" cy="8638431"/>
          </a:xfrm>
          <a:custGeom>
            <a:avLst/>
            <a:gdLst/>
            <a:ahLst/>
            <a:cxnLst/>
            <a:rect l="l" t="t" r="r" b="b"/>
            <a:pathLst>
              <a:path w="20476731" h="8638431">
                <a:moveTo>
                  <a:pt x="0" y="0"/>
                </a:moveTo>
                <a:lnTo>
                  <a:pt x="20476732" y="0"/>
                </a:lnTo>
                <a:lnTo>
                  <a:pt x="20476732" y="8638431"/>
                </a:lnTo>
                <a:lnTo>
                  <a:pt x="0" y="86384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615440" y="3543300"/>
            <a:ext cx="15057120" cy="3077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 fontAlgn="ctr">
              <a:lnSpc>
                <a:spcPts val="12000"/>
              </a:lnSpc>
              <a:spcBef>
                <a:spcPct val="0"/>
              </a:spcBef>
            </a:pPr>
            <a:r>
              <a:rPr lang="en-US" altLang="en-US" sz="87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riracha" panose="00000500000000000000"/>
                <a:cs typeface="Arial" panose="020B0604020202020204" pitchFamily="34" charset="0"/>
                <a:sym typeface="Sriracha" panose="00000500000000000000"/>
              </a:rPr>
              <a:t>Cảm ơn Thầy Cô và các bạn đã lắng ngh</a:t>
            </a:r>
            <a:r>
              <a:rPr lang="vi-VN" altLang="en-US" sz="87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riracha" panose="00000500000000000000"/>
                <a:cs typeface="Arial" panose="020B0604020202020204" pitchFamily="34" charset="0"/>
                <a:sym typeface="Sriracha" panose="00000500000000000000"/>
              </a:rPr>
              <a:t>e!!</a:t>
            </a:r>
            <a:endParaRPr lang="vi-VN" altLang="en-US" sz="8700" b="1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Sriracha" panose="00000500000000000000"/>
              <a:cs typeface="Arial" panose="020B0604020202020204" pitchFamily="34" charset="0"/>
              <a:sym typeface="Sriracha" panose="0000050000000000000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INDEX" val="1"/>
  <p:tag name="KSO_WM_UNIT_TYPE" val="i"/>
  <p:tag name="KSO_WM_UNIT_SUBTYPE" val="h"/>
  <p:tag name="KSO_WM_BEAUTIFY_FLAG" val="#wm#"/>
  <p:tag name="SlideZOrder" val="2"/>
</p:tagLst>
</file>

<file path=ppt/tags/tag2.xml><?xml version="1.0" encoding="utf-8"?>
<p:tagLst xmlns:p="http://schemas.openxmlformats.org/presentationml/2006/main">
  <p:tag name="KSO_WM_UNIT_INDEX" val="2"/>
  <p:tag name="KSO_WM_UNIT_TYPE" val="j"/>
  <p:tag name="KSO_WM_BEAUTIFY_FLAG" val="#wm#"/>
  <p:tag name="SlideZOrder" val="1"/>
</p:tagLst>
</file>

<file path=ppt/tags/tag3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4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5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68.21968503937006,&quot;left&quot;:202.35,&quot;top&quot;:174.77771653543306,&quot;width&quot;:1008.2524868893182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2_1"/>
  <p:tag name="KSO_WM_UNIT_ID" val="diagram20238220_4*n_h_i*1_2_1"/>
  <p:tag name="KSO_WM_TEMPLATE_CATEGORY" val="diagram"/>
  <p:tag name="KSO_WM_TEMPLATE_INDEX" val="20238220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5,5,5,5,5]}"/>
</p:tagLst>
</file>

<file path=ppt/tags/tag6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68.21968503937006,&quot;left&quot;:202.35,&quot;top&quot;:174.77771653543306,&quot;width&quot;:1008.2524868893182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2_2"/>
  <p:tag name="KSO_WM_UNIT_ID" val="diagram20238220_4*n_h_i*1_2_2"/>
  <p:tag name="KSO_WM_TEMPLATE_CATEGORY" val="diagram"/>
  <p:tag name="KSO_WM_TEMPLATE_INDEX" val="20238220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5,5,5,5,5]}"/>
</p:tagLst>
</file>

<file path=ppt/tags/tag7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68.21968503937006,&quot;left&quot;:202.35,&quot;top&quot;:174.77771653543306,&quot;width&quot;:1008.2524868893182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2_3"/>
  <p:tag name="KSO_WM_UNIT_ID" val="diagram20238220_4*n_h_i*1_2_3"/>
  <p:tag name="KSO_WM_TEMPLATE_CATEGORY" val="diagram"/>
  <p:tag name="KSO_WM_TEMPLATE_INDEX" val="20238220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5,5,5,5,5]}"/>
</p:tagLst>
</file>

<file path=ppt/tags/tag8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68.21968503937006,&quot;left&quot;:202.35,&quot;top&quot;:174.77771653543306,&quot;width&quot;:1008.2524868893182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a"/>
  <p:tag name="KSO_WM_UNIT_INDEX" val="1_1_1"/>
  <p:tag name="KSO_WM_UNIT_ID" val="diagram20238220_4*n_h_a*1_1_1"/>
  <p:tag name="KSO_WM_TEMPLATE_CATEGORY" val="diagram"/>
  <p:tag name="KSO_WM_TEMPLATE_INDEX" val="20238220"/>
  <p:tag name="KSO_WM_UNIT_LAYERLEVEL" val="1_1_1"/>
  <p:tag name="KSO_WM_TAG_VERSION" val="3.0"/>
  <p:tag name="KSO_WM_BEAUTIFY_FLAG" val="#wm#"/>
  <p:tag name="KSO_WM_UNIT_PRESET_TEXT" val="Your title here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9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68.21968503937006,&quot;left&quot;:202.35,&quot;top&quot;:174.77771653543306,&quot;width&quot;:1008.2524868893182}"/>
  <p:tag name="KSO_WM_DIAGRAM_COLOR_MATCH_VALUE" val="{&quot;shape&quot;:{&quot;fill&quot;:{&quot;solid&quot;:{&quot;brightness&quot;:0.8999999761581421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1_1"/>
  <p:tag name="KSO_WM_UNIT_ID" val="diagram20238220_4*n_h_h_f*1_2_1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.9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10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68.21968503937006,&quot;left&quot;:202.35,&quot;top&quot;:174.77771653543306,&quot;width&quot;:1008.2524868893182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1_1"/>
  <p:tag name="KSO_WM_UNIT_ID" val="diagram20238220_4*n_h_h_i*1_2_1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1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11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68.21968503937006,&quot;left&quot;:202.35,&quot;top&quot;:174.77771653543306,&quot;width&quot;:1008.2524868893182}"/>
  <p:tag name="KSO_WM_DIAGRAM_COLOR_MATCH_VALUE" val="{&quot;shape&quot;:{&quot;fill&quot;:{&quot;solid&quot;:{&quot;brightness&quot;:0.8999999761581421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4_1"/>
  <p:tag name="KSO_WM_UNIT_ID" val="diagram20238220_4*n_h_h_f*1_2_4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.9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12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68.21968503937006,&quot;left&quot;:202.35,&quot;top&quot;:174.77771653543306,&quot;width&quot;:1008.2524868893182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4_1"/>
  <p:tag name="KSO_WM_UNIT_ID" val="diagram20238220_4*n_h_h_i*1_2_4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4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13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68.21968503937006,&quot;left&quot;:202.35,&quot;top&quot;:174.77771653543306,&quot;width&quot;:1008.2524868893182}"/>
  <p:tag name="KSO_WM_DIAGRAM_COLOR_MATCH_VALUE" val="{&quot;shape&quot;:{&quot;fill&quot;:{&quot;solid&quot;:{&quot;brightness&quot;:0.8999999761581421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2_1"/>
  <p:tag name="KSO_WM_UNIT_ID" val="diagram20238220_4*n_h_h_f*1_2_2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.9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14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68.21968503937006,&quot;left&quot;:202.35,&quot;top&quot;:174.77771653543306,&quot;width&quot;:1008.2524868893182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2_1"/>
  <p:tag name="KSO_WM_UNIT_ID" val="diagram20238220_4*n_h_h_i*1_2_2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2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15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68.21968503937006,&quot;left&quot;:202.35,&quot;top&quot;:174.77771653543306,&quot;width&quot;:1008.2524868893182}"/>
  <p:tag name="KSO_WM_DIAGRAM_COLOR_MATCH_VALUE" val="{&quot;shape&quot;:{&quot;fill&quot;:{&quot;solid&quot;:{&quot;brightness&quot;:0.8999999761581421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5_1"/>
  <p:tag name="KSO_WM_UNIT_ID" val="diagram20238220_4*n_h_h_f*1_2_5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.9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16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68.21968503937006,&quot;left&quot;:202.35,&quot;top&quot;:174.77771653543306,&quot;width&quot;:1008.2524868893182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5_1"/>
  <p:tag name="KSO_WM_UNIT_ID" val="diagram20238220_4*n_h_h_i*1_2_5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5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17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68.21968503937006,&quot;left&quot;:202.35,&quot;top&quot;:174.77771653543306,&quot;width&quot;:1008.2524868893182}"/>
  <p:tag name="KSO_WM_DIAGRAM_COLOR_MATCH_VALUE" val="{&quot;shape&quot;:{&quot;fill&quot;:{&quot;solid&quot;:{&quot;brightness&quot;:0.8999999761581421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3_1"/>
  <p:tag name="KSO_WM_UNIT_ID" val="diagram20238220_4*n_h_h_f*1_2_3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.9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18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68.21968503937006,&quot;left&quot;:202.35,&quot;top&quot;:174.77771653543306,&quot;width&quot;:1008.2524868893182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3_1"/>
  <p:tag name="KSO_WM_UNIT_ID" val="diagram20238220_4*n_h_h_i*1_2_3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3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19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59.75263061523435,&quot;left&quot;:170.62500610351563,&quot;top&quot;:202.74736938476562,&quot;width&quot;:1067.5749938964843}"/>
  <p:tag name="KSO_WM_DIAGRAM_COLOR_MATCH_VALUE" val="{&quot;shape&quot;:{&quot;fill&quot;:{&quot;gradient&quot;:[{&quot;brightness&quot;:0,&quot;colorType&quot;:1,&quot;foreColorIndex&quot;:5,&quot;pos&quot;:0,&quot;transparency&quot;:1},{&quot;brightness&quot;:0,&quot;colorType&quot;:1,&quot;foreColorIndex&quot;:5,&quot;pos&quot;:0.800000011920929,&quot;transparency&quot;:0.920000016689300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8227_1*l_h_i*1_1_2"/>
  <p:tag name="KSO_WM_TEMPLATE_CATEGORY" val="diagram"/>
  <p:tag name="KSO_WM_TEMPLATE_INDEX" val="20238227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20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59.75263061523435,&quot;left&quot;:170.62500610351563,&quot;top&quot;:202.74736938476562,&quot;width&quot;:1067.574993896484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3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8227_1*l_h_a*1_1_1"/>
  <p:tag name="KSO_WM_TEMPLATE_CATEGORY" val="diagram"/>
  <p:tag name="KSO_WM_TEMPLATE_INDEX" val="20238227"/>
  <p:tag name="KSO_WM_UNIT_LAYERLEVEL" val="1_1_1"/>
  <p:tag name="KSO_WM_TAG_VERSION" val="3.0"/>
  <p:tag name="KSO_WM_BEAUTIFY_FLAG" val="#wm#"/>
  <p:tag name="KSO_WM_UNIT_PRESET_TEXT" val="Your title here"/>
  <p:tag name="KSO_WM_DIAGRAM_USE_COLOR_VALUE" val="{&quot;color_scheme&quot;:1,&quot;color_type&quot;:1,&quot;theme_color_indexes&quot;:[5,6,5,6,5,6]}"/>
</p:tagLst>
</file>

<file path=ppt/tags/tag21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59.75263061523435,&quot;left&quot;:170.62500610351563,&quot;top&quot;:202.74736938476562,&quot;width&quot;:1067.574993896484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3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8227_1*l_h_f*1_1_1"/>
  <p:tag name="KSO_WM_TEMPLATE_CATEGORY" val="diagram"/>
  <p:tag name="KSO_WM_TEMPLATE_INDEX" val="20238227"/>
  <p:tag name="KSO_WM_UNIT_LAYERLEVEL" val="1_1_1"/>
  <p:tag name="KSO_WM_TAG_VERSION" val="3.0"/>
  <p:tag name="KSO_WM_BEAUTIFY_FLAG" val="#wm#"/>
  <p:tag name="KSO_WM_UNIT_PRESET_TEXT" val="Click here to add text"/>
  <p:tag name="KSO_WM_DIAGRAM_USE_COLOR_VALUE" val="{&quot;color_scheme&quot;:1,&quot;color_type&quot;:1,&quot;theme_color_indexes&quot;:[5,6,5,6,5,6]}"/>
</p:tagLst>
</file>

<file path=ppt/tags/tag22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59.75263061523435,&quot;left&quot;:170.62500610351563,&quot;top&quot;:202.74736938476562,&quot;width&quot;:1067.574993896484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6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8227_1*l_h_i*1_1_1"/>
  <p:tag name="KSO_WM_TEMPLATE_CATEGORY" val="diagram"/>
  <p:tag name="KSO_WM_TEMPLATE_INDEX" val="20238227"/>
  <p:tag name="KSO_WM_UNIT_LAYERLEVEL" val="1_1_1"/>
  <p:tag name="KSO_WM_TAG_VERSION" val="3.0"/>
  <p:tag name="KSO_WM_BEAUTIFY_FLAG" val="#wm#"/>
  <p:tag name="KSO_WM_UNIT_PRESET_TEXT" val="01"/>
  <p:tag name="KSO_WM_DIAGRAM_USE_COLOR_VALUE" val="{&quot;color_scheme&quot;:1,&quot;color_type&quot;:1,&quot;theme_color_indexes&quot;:[5,6,5,6,5,6]}"/>
</p:tagLst>
</file>

<file path=ppt/tags/tag23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38.07077351357765,&quot;left&quot;:176.63918648992185,&quot;top&quot;:237.10422953818016,&quot;width&quot;:1056.2608135100782}"/>
  <p:tag name="KSO_WM_DIAGRAM_COLOR_MATCH_VALUE" val="{&quot;shape&quot;:{&quot;fill&quot;:{&quot;solid&quot;:{&quot;brightness&quot;:0.4000000059604645,&quot;colorType&quot;:1,&quot;foreColorIndex&quot;:5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1"/>
  <p:tag name="KSO_WM_UNIT_ID" val="diagram20238224_2*n_h_i*1_1_1"/>
  <p:tag name="KSO_WM_TEMPLATE_CATEGORY" val="diagram"/>
  <p:tag name="KSO_WM_TEMPLATE_INDEX" val="20238224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.4"/>
  <p:tag name="KSO_WM_DIAGRAM_USE_COLOR_VALUE" val="{&quot;color_scheme&quot;:1,&quot;color_type&quot;:1,&quot;theme_color_indexes&quot;:[5,5,5,5,5,5]}"/>
</p:tagLst>
</file>

<file path=ppt/tags/tag24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38.07077351357765,&quot;left&quot;:176.63918648992185,&quot;top&quot;:237.10422953818016,&quot;width&quot;:1056.260813510078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1_2"/>
  <p:tag name="KSO_WM_UNIT_ID" val="diagram20238224_2*n_h_h_i*1_2_1_2"/>
  <p:tag name="KSO_WM_TEMPLATE_CATEGORY" val="diagram"/>
  <p:tag name="KSO_WM_TEMPLATE_INDEX" val="20238224"/>
  <p:tag name="KSO_WM_UNIT_LAYERLEVEL" val="1_1_1_1"/>
  <p:tag name="KSO_WM_TAG_VERSION" val="3.0"/>
  <p:tag name="KSO_WM_BEAUTIFY_FLAG" val="#wm#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25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38.07077351357765,&quot;left&quot;:176.63918648992185,&quot;top&quot;:237.10422953818016,&quot;width&quot;:1056.260813510078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2_2"/>
  <p:tag name="KSO_WM_UNIT_ID" val="diagram20238224_2*n_h_h_i*1_2_2_2"/>
  <p:tag name="KSO_WM_TEMPLATE_CATEGORY" val="diagram"/>
  <p:tag name="KSO_WM_TEMPLATE_INDEX" val="20238224"/>
  <p:tag name="KSO_WM_UNIT_LAYERLEVEL" val="1_1_1_1"/>
  <p:tag name="KSO_WM_TAG_VERSION" val="3.0"/>
  <p:tag name="KSO_WM_BEAUTIFY_FLAG" val="#wm#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26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38.07077351357765,&quot;left&quot;:176.63918648992185,&quot;top&quot;:237.10422953818016,&quot;width&quot;:1056.260813510078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3_2"/>
  <p:tag name="KSO_WM_UNIT_ID" val="diagram20238224_2*n_h_h_i*1_2_3_2"/>
  <p:tag name="KSO_WM_TEMPLATE_CATEGORY" val="diagram"/>
  <p:tag name="KSO_WM_TEMPLATE_INDEX" val="20238224"/>
  <p:tag name="KSO_WM_UNIT_LAYERLEVEL" val="1_1_1_1"/>
  <p:tag name="KSO_WM_TAG_VERSION" val="3.0"/>
  <p:tag name="KSO_WM_BEAUTIFY_FLAG" val="#wm#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27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38.07077351357765,&quot;left&quot;:176.63918648992185,&quot;top&quot;:237.10422953818016,&quot;width&quot;:1056.260813510078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a"/>
  <p:tag name="KSO_WM_UNIT_INDEX" val="1_1_1"/>
  <p:tag name="KSO_WM_UNIT_ID" val="diagram20238224_2*n_h_a*1_1_1"/>
  <p:tag name="KSO_WM_TEMPLATE_CATEGORY" val="diagram"/>
  <p:tag name="KSO_WM_TEMPLATE_INDEX" val="20238224"/>
  <p:tag name="KSO_WM_UNIT_LAYERLEVEL" val="1_1_1"/>
  <p:tag name="KSO_WM_TAG_VERSION" val="3.0"/>
  <p:tag name="KSO_WM_BEAUTIFY_FLAG" val="#wm#"/>
  <p:tag name="KSO_WM_UNIT_PRESET_TEXT" val="Your title here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28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38.07077351357765,&quot;left&quot;:176.63918648992185,&quot;top&quot;:237.10422953818016,&quot;width&quot;:1056.260813510078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1_1"/>
  <p:tag name="KSO_WM_UNIT_ID" val="diagram20238224_2*n_h_h_f*1_2_1_1"/>
  <p:tag name="KSO_WM_TEMPLATE_CATEGORY" val="diagram"/>
  <p:tag name="KSO_WM_TEMPLATE_INDEX" val="20238224"/>
  <p:tag name="KSO_WM_UNIT_LAYERLEVEL" val="1_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29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38.07077351357765,&quot;left&quot;:176.63918648992185,&quot;top&quot;:237.10422953818016,&quot;width&quot;:1056.260813510078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2_1"/>
  <p:tag name="KSO_WM_UNIT_ID" val="diagram20238224_2*n_h_h_f*1_2_2_1"/>
  <p:tag name="KSO_WM_TEMPLATE_CATEGORY" val="diagram"/>
  <p:tag name="KSO_WM_TEMPLATE_INDEX" val="20238224"/>
  <p:tag name="KSO_WM_UNIT_LAYERLEVEL" val="1_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30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38.07077351357765,&quot;left&quot;:176.63918648992185,&quot;top&quot;:237.10422953818016,&quot;width&quot;:1056.260813510078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3_1"/>
  <p:tag name="KSO_WM_UNIT_ID" val="diagram20238224_2*n_h_h_f*1_2_3_1"/>
  <p:tag name="KSO_WM_TEMPLATE_CATEGORY" val="diagram"/>
  <p:tag name="KSO_WM_TEMPLATE_INDEX" val="20238224"/>
  <p:tag name="KSO_WM_UNIT_LAYERLEVEL" val="1_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5,5,5,5,5]}"/>
</p:tagLst>
</file>

<file path=ppt/tags/tag31.xml><?xml version="1.0" encoding="utf-8"?>
<p:tagLst xmlns:p="http://schemas.openxmlformats.org/presentationml/2006/main">
  <p:tag name="KSO_WM_UNIT_COMPATIBLE" val="0"/>
  <p:tag name="KSO_WM_UNIT_DIAGRAM_ISREFERUNIT" val="0"/>
  <p:tag name="KSO_WM_UNIT_TYPE" val="l_h_i"/>
  <p:tag name="KSO_WM_TEMPLATE_INDEX" val="20238278"/>
  <p:tag name="KSO_WM_TAG_VERSION" val="3.0"/>
  <p:tag name="KSO_WM_DIAGRAM_COLOR_TRICK" val="1"/>
  <p:tag name="KSO_WM_DIAGRAM_MAX_ITEMCNT" val="5"/>
  <p:tag name="KSO_WM_DIAGRAM_VIRTUALLY_FRAME" val="{&quot;height&quot;:507.38181102362205,&quot;left&quot;:229.8064566929134,&quot;top&quot;:236.82511811023625,&quot;width&quot;:1440.9703395170873}"/>
  <p:tag name="KSO_WM_BEAUTIFY_FLAG" val="#wm#"/>
  <p:tag name="KSO_WM_UNIT_HIGHLIGHT" val="0"/>
  <p:tag name="KSO_WM_UNIT_DIAGRAM_ISNUMVISUAL" val="0"/>
  <p:tag name="KSO_WM_DIAGRAM_GROUP_CODE" val="l1-1"/>
  <p:tag name="KSO_WM_UNIT_SUBTYPE" val="d"/>
  <p:tag name="KSO_WM_UNIT_INDEX" val="1_1_2"/>
  <p:tag name="KSO_WM_UNIT_ID" val="diagram20238278_2*l_h_i*1_1_2"/>
  <p:tag name="KSO_WM_TEMPLATE_CATEGORY" val="diagram"/>
  <p:tag name="KSO_WM_UNIT_LAYERLEVEL" val="1_1_1"/>
  <p:tag name="KSO_WM_DIAGRAM_VERSION" val="3"/>
  <p:tag name="KSO_WM_DIAGRAM_COLOR_TEXT_CAN_REMOVE" val="n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32.xml><?xml version="1.0" encoding="utf-8"?>
<p:tagLst xmlns:p="http://schemas.openxmlformats.org/presentationml/2006/main">
  <p:tag name="KSO_WM_UNIT_COMPATIBLE" val="0"/>
  <p:tag name="KSO_WM_UNIT_DIAGRAM_ISREFERUNIT" val="0"/>
  <p:tag name="KSO_WM_UNIT_TYPE" val="l_h_i"/>
  <p:tag name="KSO_WM_TEMPLATE_INDEX" val="20238278"/>
  <p:tag name="KSO_WM_TAG_VERSION" val="3.0"/>
  <p:tag name="KSO_WM_DIAGRAM_COLOR_TRICK" val="1"/>
  <p:tag name="KSO_WM_DIAGRAM_MAX_ITEMCNT" val="5"/>
  <p:tag name="KSO_WM_DIAGRAM_VIRTUALLY_FRAME" val="{&quot;height&quot;:507.38181102362205,&quot;left&quot;:229.8064566929134,&quot;top&quot;:236.82511811023625,&quot;width&quot;:1440.9703395170873}"/>
  <p:tag name="KSO_WM_BEAUTIFY_FLAG" val="#wm#"/>
  <p:tag name="KSO_WM_UNIT_HIGHLIGHT" val="0"/>
  <p:tag name="KSO_WM_UNIT_DIAGRAM_ISNUMVISUAL" val="0"/>
  <p:tag name="KSO_WM_DIAGRAM_GROUP_CODE" val="l1-1"/>
  <p:tag name="KSO_WM_UNIT_SUBTYPE" val="d"/>
  <p:tag name="KSO_WM_UNIT_INDEX" val="1_2_2"/>
  <p:tag name="KSO_WM_UNIT_ID" val="diagram20238278_2*l_h_i*1_2_2"/>
  <p:tag name="KSO_WM_TEMPLATE_CATEGORY" val="diagram"/>
  <p:tag name="KSO_WM_UNIT_LAYERLEVEL" val="1_1_1"/>
  <p:tag name="KSO_WM_DIAGRAM_VERSION" val="3"/>
  <p:tag name="KSO_WM_DIAGRAM_COLOR_TEXT_CAN_REMOVE" val="n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33.xml><?xml version="1.0" encoding="utf-8"?>
<p:tagLst xmlns:p="http://schemas.openxmlformats.org/presentationml/2006/main">
  <p:tag name="KSO_WM_UNIT_COMPATIBLE" val="0"/>
  <p:tag name="KSO_WM_UNIT_DIAGRAM_ISREFERUNIT" val="0"/>
  <p:tag name="KSO_WM_UNIT_TYPE" val="l_h_i"/>
  <p:tag name="KSO_WM_TEMPLATE_INDEX" val="20238278"/>
  <p:tag name="KSO_WM_TAG_VERSION" val="3.0"/>
  <p:tag name="KSO_WM_DIAGRAM_COLOR_TRICK" val="1"/>
  <p:tag name="KSO_WM_DIAGRAM_MAX_ITEMCNT" val="5"/>
  <p:tag name="KSO_WM_DIAGRAM_VIRTUALLY_FRAME" val="{&quot;height&quot;:507.38181102362205,&quot;left&quot;:229.8064566929134,&quot;top&quot;:236.82511811023625,&quot;width&quot;:1440.9703395170873}"/>
  <p:tag name="KSO_WM_BEAUTIFY_FLAG" val="#wm#"/>
  <p:tag name="KSO_WM_UNIT_HIGHLIGHT" val="0"/>
  <p:tag name="KSO_WM_UNIT_DIAGRAM_ISNUMVISUAL" val="0"/>
  <p:tag name="KSO_WM_DIAGRAM_GROUP_CODE" val="l1-1"/>
  <p:tag name="KSO_WM_UNIT_SUBTYPE" val="d"/>
  <p:tag name="KSO_WM_UNIT_INDEX" val="1_3_1"/>
  <p:tag name="KSO_WM_UNIT_ID" val="diagram20238278_2*l_h_i*1_3_1"/>
  <p:tag name="KSO_WM_TEMPLATE_CATEGORY" val="diagram"/>
  <p:tag name="KSO_WM_UNIT_LAYERLEVEL" val="1_1_1"/>
  <p:tag name="KSO_WM_DIAGRAM_VERSION" val="3"/>
  <p:tag name="KSO_WM_DIAGRAM_COLOR_TEXT_CAN_REMOVE" val="n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3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3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8278_2*l_h_a*1_1_1"/>
  <p:tag name="KSO_WM_TEMPLATE_CATEGORY" val="diagram"/>
  <p:tag name="KSO_WM_TEMPLATE_INDEX" val="202382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25"/>
  <p:tag name="KSO_WM_DIAGRAM_MAX_ITEMCNT" val="5"/>
  <p:tag name="KSO_WM_DIAGRAM_MIN_ITEMCNT" val="2"/>
  <p:tag name="KSO_WM_DIAGRAM_VIRTUALLY_FRAME" val="{&quot;height&quot;:507.38181102362205,&quot;left&quot;:229.8064566929134,&quot;top&quot;:236.82511811023625,&quot;width&quot;:1440.970339517087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5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8278_2*l_h_f*1_1_1"/>
  <p:tag name="KSO_WM_TEMPLATE_CATEGORY" val="diagram"/>
  <p:tag name="KSO_WM_TEMPLATE_INDEX" val="202382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111"/>
  <p:tag name="KSO_WM_DIAGRAM_MAX_ITEMCNT" val="5"/>
  <p:tag name="KSO_WM_DIAGRAM_MIN_ITEMCNT" val="2"/>
  <p:tag name="KSO_WM_DIAGRAM_VIRTUALLY_FRAME" val="{&quot;height&quot;:507.38181102362205,&quot;left&quot;:229.8064566929134,&quot;top&quot;:236.82511811023625,&quot;width&quot;:1440.970339517087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8278_2*l_h_a*1_2_1"/>
  <p:tag name="KSO_WM_TEMPLATE_CATEGORY" val="diagram"/>
  <p:tag name="KSO_WM_TEMPLATE_INDEX" val="202382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25"/>
  <p:tag name="KSO_WM_DIAGRAM_MAX_ITEMCNT" val="5"/>
  <p:tag name="KSO_WM_DIAGRAM_MIN_ITEMCNT" val="2"/>
  <p:tag name="KSO_WM_DIAGRAM_VIRTUALLY_FRAME" val="{&quot;height&quot;:507.38181102362205,&quot;left&quot;:229.8064566929134,&quot;top&quot;:236.82511811023625,&quot;width&quot;:1440.970339517087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7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8278_2*l_h_f*1_2_1"/>
  <p:tag name="KSO_WM_TEMPLATE_CATEGORY" val="diagram"/>
  <p:tag name="KSO_WM_TEMPLATE_INDEX" val="202382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74"/>
  <p:tag name="KSO_WM_DIAGRAM_MAX_ITEMCNT" val="5"/>
  <p:tag name="KSO_WM_DIAGRAM_MIN_ITEMCNT" val="2"/>
  <p:tag name="KSO_WM_DIAGRAM_VIRTUALLY_FRAME" val="{&quot;height&quot;:507.38181102362205,&quot;left&quot;:229.8064566929134,&quot;top&quot;:236.82511811023625,&quot;width&quot;:1440.970339517087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8278_2*l_h_a*1_3_1"/>
  <p:tag name="KSO_WM_TEMPLATE_CATEGORY" val="diagram"/>
  <p:tag name="KSO_WM_TEMPLATE_INDEX" val="202382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25"/>
  <p:tag name="KSO_WM_DIAGRAM_MAX_ITEMCNT" val="5"/>
  <p:tag name="KSO_WM_DIAGRAM_MIN_ITEMCNT" val="2"/>
  <p:tag name="KSO_WM_DIAGRAM_VIRTUALLY_FRAME" val="{&quot;height&quot;:507.38181102362205,&quot;left&quot;:229.8064566929134,&quot;top&quot;:236.82511811023625,&quot;width&quot;:1440.970339517087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9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8278_2*l_h_f*1_3_1"/>
  <p:tag name="KSO_WM_TEMPLATE_CATEGORY" val="diagram"/>
  <p:tag name="KSO_WM_TEMPLATE_INDEX" val="202382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74"/>
  <p:tag name="KSO_WM_DIAGRAM_MAX_ITEMCNT" val="5"/>
  <p:tag name="KSO_WM_DIAGRAM_MIN_ITEMCNT" val="2"/>
  <p:tag name="KSO_WM_DIAGRAM_VIRTUALLY_FRAME" val="{&quot;height&quot;:507.38181102362205,&quot;left&quot;:229.8064566929134,&quot;top&quot;:236.82511811023625,&quot;width&quot;:1440.970339517087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0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29.0861417322834,&quot;left&quot;:272.96866141732283,&quot;top&quot;:229.75,&quot;width&quot;:1077.760897908848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.800000011920929,&quot;colorType&quot;:1,&quot;foreColorIndex&quot;:5,&quot;transparency&quot;:0},&quot;type&quot;:1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307_3*l_h_i*1_1_1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41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29.0861417322834,&quot;left&quot;:272.96866141732283,&quot;top&quot;:229.75,&quot;width&quot;:1077.76089790884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8307_3*l_h_a*1_1_1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2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29.0861417322834,&quot;left&quot;:272.96866141732283,&quot;top&quot;:229.75,&quot;width&quot;:1077.76089790884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333333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8307_3*l_h_f*1_1_1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PRESET_TEXT" val="Click here to add text"/>
  <p:tag name="KSO_WM_DIAGRAM_USE_COLOR_VALUE" val="{&quot;color_scheme&quot;:1,&quot;color_type&quot;:1,&quot;theme_color_indexes&quot;:[5,6,5,6,5,6]}"/>
</p:tagLst>
</file>

<file path=ppt/tags/tag43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29.0861417322834,&quot;left&quot;:272.96866141732283,&quot;top&quot;:229.75,&quot;width&quot;:1077.7608979088488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8307_3*l_h_i*1_1_2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FILL_TYPE" val="3"/>
  <p:tag name="KSO_WM_DIAGRAM_USE_COLOR_VALUE" val="{&quot;color_scheme&quot;:1,&quot;color_type&quot;:1,&quot;theme_color_indexes&quot;:[5,6,5,6,5,6]}"/>
</p:tagLst>
</file>

<file path=ppt/tags/tag44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29.0861417322834,&quot;left&quot;:272.96866141732283,&quot;top&quot;:229.75,&quot;width&quot;:1077.760897908848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8307_3*l_h_i*1_1_3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45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29.0861417322834,&quot;left&quot;:272.96866141732283,&quot;top&quot;:229.75,&quot;width&quot;:1077.760897908848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.800000011920929,&quot;colorType&quot;:1,&quot;foreColorIndex&quot;:5,&quot;transparency&quot;:0},&quot;type&quot;:1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307_3*l_h_i*1_2_1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46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29.0861417322834,&quot;left&quot;:272.96866141732283,&quot;top&quot;:229.75,&quot;width&quot;:1077.76089790884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8307_3*l_h_a*1_2_1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7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29.0861417322834,&quot;left&quot;:272.96866141732283,&quot;top&quot;:229.75,&quot;width&quot;:1077.76089790884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333333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8307_3*l_h_f*1_2_1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PRESET_TEXT" val="Click here to add text"/>
  <p:tag name="KSO_WM_DIAGRAM_USE_COLOR_VALUE" val="{&quot;color_scheme&quot;:1,&quot;color_type&quot;:1,&quot;theme_color_indexes&quot;:[5,6,5,6,5,6]}"/>
</p:tagLst>
</file>

<file path=ppt/tags/tag48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29.0861417322834,&quot;left&quot;:272.96866141732283,&quot;top&quot;:229.75,&quot;width&quot;:1077.7608979088488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8307_3*l_h_i*1_2_2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FILL_TYPE" val="3"/>
  <p:tag name="KSO_WM_DIAGRAM_USE_COLOR_VALUE" val="{&quot;color_scheme&quot;:1,&quot;color_type&quot;:1,&quot;theme_color_indexes&quot;:[5,6,5,6,5,6]}"/>
</p:tagLst>
</file>

<file path=ppt/tags/tag49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29.0861417322834,&quot;left&quot;:272.96866141732283,&quot;top&quot;:229.75,&quot;width&quot;:1077.760897908848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8307_3*l_h_i*1_2_3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50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29.0861417322834,&quot;left&quot;:272.96866141732283,&quot;top&quot;:229.75,&quot;width&quot;:1077.760897908848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.800000011920929,&quot;colorType&quot;:1,&quot;foreColorIndex&quot;:5,&quot;transparency&quot;:0},&quot;type&quot;:1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8307_3*l_h_i*1_3_1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51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29.0861417322834,&quot;left&quot;:272.96866141732283,&quot;top&quot;:229.75,&quot;width&quot;:1077.76089790884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8307_3*l_h_a*1_3_1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52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29.0861417322834,&quot;left&quot;:272.96866141732283,&quot;top&quot;:229.75,&quot;width&quot;:1077.76089790884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333333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8307_3*l_h_f*1_3_1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PRESET_TEXT" val="Click here to add text"/>
  <p:tag name="KSO_WM_DIAGRAM_USE_COLOR_VALUE" val="{&quot;color_scheme&quot;:1,&quot;color_type&quot;:1,&quot;theme_color_indexes&quot;:[5,6,5,6,5,6]}"/>
</p:tagLst>
</file>

<file path=ppt/tags/tag53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29.0861417322834,&quot;left&quot;:272.96866141732283,&quot;top&quot;:229.75,&quot;width&quot;:1077.7608979088488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8307_3*l_h_i*1_3_2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FILL_TYPE" val="3"/>
  <p:tag name="KSO_WM_DIAGRAM_USE_COLOR_VALUE" val="{&quot;color_scheme&quot;:1,&quot;color_type&quot;:1,&quot;theme_color_indexes&quot;:[5,6,5,6,5,6]}"/>
</p:tagLst>
</file>

<file path=ppt/tags/tag54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29.0861417322834,&quot;left&quot;:272.96866141732283,&quot;top&quot;:229.75,&quot;width&quot;:1077.760897908848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diagram20238307_3*l_h_i*1_3_3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55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29.0861417322834,&quot;left&quot;:272.96866141732283,&quot;top&quot;:229.75,&quot;width&quot;:1077.760897908848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.800000011920929,&quot;colorType&quot;:1,&quot;foreColorIndex&quot;:5,&quot;transparency&quot;:0},&quot;type&quot;:1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8307_3*l_h_i*1_4_1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56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29.0861417322834,&quot;left&quot;:272.96866141732283,&quot;top&quot;:229.75,&quot;width&quot;:1077.76089790884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8307_3*l_h_a*1_4_1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57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29.0861417322834,&quot;left&quot;:272.96866141732283,&quot;top&quot;:229.75,&quot;width&quot;:1077.76089790884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333333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8307_3*l_h_f*1_4_1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PRESET_TEXT" val="Click here to add text"/>
  <p:tag name="KSO_WM_DIAGRAM_USE_COLOR_VALUE" val="{&quot;color_scheme&quot;:1,&quot;color_type&quot;:1,&quot;theme_color_indexes&quot;:[5,6,5,6,5,6]}"/>
</p:tagLst>
</file>

<file path=ppt/tags/tag58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29.0861417322834,&quot;left&quot;:272.96866141732283,&quot;top&quot;:229.75,&quot;width&quot;:1077.7608979088488}"/>
  <p:tag name="KSO_WM_DIAGRAM_COLOR_MATCH_VALUE" val="{&quot;shape&quot;:{&quot;fill&quot;:{&quot;gradient&quot;:[{&quot;brightness&quot;:0,&quot;colorType&quot;:1,&quot;foreColorIndex&quot;:5,&quot;pos&quot;:1,&quot;transparency&quot;:0},{&quot;brightness&quot;:0.30000001192092896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8307_3*l_h_i*1_4_2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UNIT_FILL_TYPE" val="3"/>
  <p:tag name="KSO_WM_DIAGRAM_USE_COLOR_VALUE" val="{&quot;color_scheme&quot;:1,&quot;color_type&quot;:1,&quot;theme_color_indexes&quot;:[5,6,5,6,5,6]}"/>
</p:tagLst>
</file>

<file path=ppt/tags/tag59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29.0861417322834,&quot;left&quot;:272.96866141732283,&quot;top&quot;:229.75,&quot;width&quot;:1077.760897908848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3"/>
  <p:tag name="KSO_WM_UNIT_ID" val="diagram20238307_3*l_h_i*1_4_3"/>
  <p:tag name="KSO_WM_TEMPLATE_CATEGORY" val="diagram"/>
  <p:tag name="KSO_WM_TEMPLATE_INDEX" val="20238307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60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701.7018209890225,&quot;left&quot;:228.2,&quot;top&quot;:46.45007874015746,&quot;width&quot;:1247.077939473369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3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a"/>
  <p:tag name="KSO_WM_UNIT_INDEX" val="1_2_4_1"/>
  <p:tag name="KSO_WM_UNIT_ID" val="diagram20238181_3*n_h_h_a*1_2_4_1"/>
  <p:tag name="KSO_WM_TEMPLATE_CATEGORY" val="diagram"/>
  <p:tag name="KSO_WM_TEMPLATE_INDEX" val="20238181"/>
  <p:tag name="KSO_WM_UNIT_LAYERLEVEL" val="1_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61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701.7018209890225,&quot;left&quot;:228.2,&quot;top&quot;:46.45007874015746,&quot;width&quot;:1247.077939473369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0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3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a"/>
  <p:tag name="KSO_WM_UNIT_INDEX" val="1_2_3_1"/>
  <p:tag name="KSO_WM_UNIT_ID" val="diagram20238181_3*n_h_h_a*1_2_3_1"/>
  <p:tag name="KSO_WM_TEMPLATE_CATEGORY" val="diagram"/>
  <p:tag name="KSO_WM_TEMPLATE_INDEX" val="20238181"/>
  <p:tag name="KSO_WM_UNIT_LAYERLEVEL" val="1_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62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701.7018209890225,&quot;left&quot;:228.2,&quot;top&quot;:46.45007874015746,&quot;width&quot;:1247.077939473369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3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a"/>
  <p:tag name="KSO_WM_UNIT_INDEX" val="1_2_2_1"/>
  <p:tag name="KSO_WM_UNIT_ID" val="diagram20238181_3*n_h_h_a*1_2_2_1"/>
  <p:tag name="KSO_WM_TEMPLATE_CATEGORY" val="diagram"/>
  <p:tag name="KSO_WM_TEMPLATE_INDEX" val="20238181"/>
  <p:tag name="KSO_WM_UNIT_LAYERLEVEL" val="1_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63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701.7018209890225,&quot;left&quot;:228.2,&quot;top&quot;:46.45007874015746,&quot;width&quot;:1247.077939473369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3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a"/>
  <p:tag name="KSO_WM_UNIT_INDEX" val="1_2_1_1"/>
  <p:tag name="KSO_WM_UNIT_ID" val="diagram20238181_3*n_h_h_a*1_2_1_1"/>
  <p:tag name="KSO_WM_TEMPLATE_CATEGORY" val="diagram"/>
  <p:tag name="KSO_WM_TEMPLATE_INDEX" val="20238181"/>
  <p:tag name="KSO_WM_UNIT_LAYERLEVEL" val="1_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64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FILL_TYPE" val="3"/>
  <p:tag name="KSO_WM_UNIT_TEXT_FILL_FORE_SCHEMECOLOR_INDEX_BRIGHTNESS" val="0"/>
  <p:tag name="KSO_WM_UNIT_TEXT_FILL_TYPE" val="1"/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1"/>
  <p:tag name="KSO_WM_UNIT_LINE_FORE_SCHEMECOLOR_INDEX_2_BRIGHTNESS" val="0"/>
  <p:tag name="KSO_WM_UNIT_LINE_FORE_SCHEMECOLOR_INDEX_2" val="5"/>
  <p:tag name="KSO_WM_UNIT_LINE_FORE_SCHEMECOLOR_INDEX_2_POS" val="0.64"/>
  <p:tag name="KSO_WM_UNIT_LINE_FORE_SCHEMECOLOR_INDEX_2_TRANS" val="0"/>
  <p:tag name="KSO_WM_UNIT_LINE_FORE_SCHEMECOLOR_INDEX_3_BRIGHTNESS" val="0.8"/>
  <p:tag name="KSO_WM_UNIT_LINE_FORE_SCHEMECOLOR_INDEX_3" val="15"/>
  <p:tag name="KSO_WM_UNIT_LINE_FORE_SCHEMECOLOR_INDEX_3_POS" val="0.9"/>
  <p:tag name="KSO_WM_UNIT_LINE_FORE_SCHEMECOLOR_INDEX_3_TRANS" val="0.53"/>
  <p:tag name="KSO_WM_UNIT_LINE_FORE_SCHEMECOLOR_INDEX_4_BRIGHTNESS" val="0.8"/>
  <p:tag name="KSO_WM_UNIT_LINE_FORE_SCHEMECOLOR_INDEX_4" val="15"/>
  <p:tag name="KSO_WM_UNIT_LINE_FORE_SCHEMECOLOR_INDEX_4_POS" val="0.95"/>
  <p:tag name="KSO_WM_UNIT_LINE_FORE_SCHEMECOLOR_INDEX_4_TRANS" val="0"/>
  <p:tag name="KSO_WM_UNIT_LINE_FORE_SCHEMECOLOR_INDEX_5_BRIGHTNESS" val="0.8"/>
  <p:tag name="KSO_WM_UNIT_LINE_FORE_SCHEMECOLOR_INDEX_5" val="15"/>
  <p:tag name="KSO_WM_UNIT_LINE_FORE_SCHEMECOLOR_INDEX_5_POS" val="1"/>
  <p:tag name="KSO_WM_UNIT_LINE_FORE_SCHEMECOLOR_INDEX_5_TRANS" val="0.9"/>
  <p:tag name="KSO_WM_UNIT_LINE_GRADIENT_TYPE" val="0"/>
  <p:tag name="KSO_WM_UNIT_LINE_GRADIENT_ANGLE" val="0"/>
  <p:tag name="KSO_WM_UNIT_LINE_GRADIENT_DIRECTION" val="3"/>
  <p:tag name="KSO_WM_UNIT_LINE_FILL_TYPE" val="5"/>
  <p:tag name="KSO_WM_DIAGRAM_MAX_ITEMCNT" val="4"/>
  <p:tag name="KSO_WM_DIAGRAM_MIN_ITEMCNT" val="2"/>
  <p:tag name="KSO_WM_DIAGRAM_VIRTUALLY_FRAME" val="{&quot;height&quot;:701.7018209890225,&quot;left&quot;:228.2,&quot;top&quot;:46.45007874015746,&quot;width&quot;:1247.0779394733697}"/>
  <p:tag name="KSO_WM_DIAGRAM_COLOR_MATCH_VALUE" val="{&quot;shape&quot;:{&quot;fill&quot;:{&quot;type&quot;:0},&quot;glow&quot;:{&quot;colorType&quot;:0},&quot;line&quot;:{&quot;gradient&quot;:[{&quot;brightness&quot;:0.10999999940395355,&quot;colorType&quot;:2,&quot;pos&quot;:1,&quot;rgb&quot;:&quot;#dddddd&quot;,&quot;transparency&quot;:0},{&quot;brightness&quot;:0.800000011920929,&quot;colorType&quot;:2,&quot;pos&quot;:0.15000000596046448,&quot;rgb&quot;:&quot;#ffffff&quot;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2_1"/>
  <p:tag name="KSO_WM_UNIT_ID" val="diagram20238181_3*n_h_i*1_2_1"/>
  <p:tag name="KSO_WM_TEMPLATE_CATEGORY" val="diagram"/>
  <p:tag name="KSO_WM_TEMPLATE_INDEX" val="20238181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5,6,5,6,5,6]}"/>
</p:tagLst>
</file>

<file path=ppt/tags/tag65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LINE_FORE_SCHEMECOLOR_INDEX_1_BRIGHTNESS" val="0.95"/>
  <p:tag name="KSO_WM_UNIT_LINE_FORE_SCHEMECOLOR_INDEX_1" val="5"/>
  <p:tag name="KSO_WM_UNIT_LINE_FORE_SCHEMECOLOR_INDEX_1_POS" val="0.09"/>
  <p:tag name="KSO_WM_UNIT_LINE_FORE_SCHEMECOLOR_INDEX_1_TRANS" val="0.3"/>
  <p:tag name="KSO_WM_DIAGRAM_MAX_ITEMCNT" val="4"/>
  <p:tag name="KSO_WM_DIAGRAM_MIN_ITEMCNT" val="2"/>
  <p:tag name="KSO_WM_DIAGRAM_VIRTUALLY_FRAME" val="{&quot;height&quot;:701.7018209890225,&quot;left&quot;:228.2,&quot;top&quot;:46.45007874015746,&quot;width&quot;:1247.0779394733697}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gradient&quot;:[{&quot;brightness&quot;:0,&quot;colorType&quot;:2,&quot;pos&quot;:0.3700000047683716,&quot;rgb&quot;:&quot;#ffffff&quot;,&quot;transparency&quot;:0},{&quot;brightness&quot;:0.800000011920929,&quot;colorType&quot;:1,&quot;foreColorIndex&quot;:8,&quot;pos&quot;:0,&quot;transparency&quot;:0},{&quot;brightness&quot;:0,&quot;colorType&quot;:2,&quot;pos&quot;:1,&quot;rgb&quot;:&quot;#ffffff&quot;,&quot;transparency&quot;:0},{&quot;brightness&quot;:0.800000011920929,&quot;colorType&quot;:1,&quot;foreColorIndex&quot;:8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2_1"/>
  <p:tag name="KSO_WM_UNIT_ID" val="diagram20238181_3*n_h_h_i*1_2_2_1"/>
  <p:tag name="KSO_WM_TEMPLATE_CATEGORY" val="diagram"/>
  <p:tag name="KSO_WM_TEMPLATE_INDEX" val="20238181"/>
  <p:tag name="KSO_WM_UNIT_LAYERLEVEL" val="1_1_1_1"/>
  <p:tag name="KSO_WM_TAG_VERSION" val="3.0"/>
  <p:tag name="KSO_WM_BEAUTIFY_FLAG" val="#wm#"/>
  <p:tag name="KSO_WM_UNIT_PRESET_TEXT" val="02"/>
  <p:tag name="KSO_WM_UNIT_FILL_TYPE" val="1"/>
  <p:tag name="KSO_WM_UNIT_FILL_FORE_SCHEMECOLOR_INDEX" val="8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66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LINE_FORE_SCHEMECOLOR_INDEX_1_BRIGHTNESS" val="0.95"/>
  <p:tag name="KSO_WM_UNIT_LINE_FORE_SCHEMECOLOR_INDEX_1" val="5"/>
  <p:tag name="KSO_WM_UNIT_LINE_FORE_SCHEMECOLOR_INDEX_1_POS" val="0.09"/>
  <p:tag name="KSO_WM_UNIT_LINE_FORE_SCHEMECOLOR_INDEX_1_TRANS" val="0.3"/>
  <p:tag name="KSO_WM_DIAGRAM_MAX_ITEMCNT" val="4"/>
  <p:tag name="KSO_WM_DIAGRAM_MIN_ITEMCNT" val="2"/>
  <p:tag name="KSO_WM_DIAGRAM_VIRTUALLY_FRAME" val="{&quot;height&quot;:701.7018209890225,&quot;left&quot;:228.2,&quot;top&quot;:46.45007874015746,&quot;width&quot;:1247.0779394733697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gradient&quot;:[{&quot;brightness&quot;:0,&quot;colorType&quot;:2,&quot;pos&quot;:0.3700000047683716,&quot;rgb&quot;:&quot;#ffffff&quot;,&quot;transparency&quot;:0},{&quot;brightness&quot;:0.800000011920929,&quot;colorType&quot;:1,&quot;foreColorIndex&quot;:5,&quot;pos&quot;:0,&quot;transparency&quot;:0},{&quot;brightness&quot;:0,&quot;colorType&quot;:2,&quot;pos&quot;:1,&quot;rgb&quot;:&quot;#ffffff&quot;,&quot;transparency&quot;:0},{&quot;brightness&quot;:0.800000011920929,&quot;colorType&quot;:1,&quot;foreColorIndex&quot;:5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4_1"/>
  <p:tag name="KSO_WM_UNIT_ID" val="diagram20238181_3*n_h_h_i*1_2_4_1"/>
  <p:tag name="KSO_WM_TEMPLATE_CATEGORY" val="diagram"/>
  <p:tag name="KSO_WM_TEMPLATE_INDEX" val="20238181"/>
  <p:tag name="KSO_WM_UNIT_LAYERLEVEL" val="1_1_1_1"/>
  <p:tag name="KSO_WM_TAG_VERSION" val="3.0"/>
  <p:tag name="KSO_WM_BEAUTIFY_FLAG" val="#wm#"/>
  <p:tag name="KSO_WM_UNIT_PRESET_TEXT" val="04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67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LINE_FORE_SCHEMECOLOR_INDEX_1_BRIGHTNESS" val="0.95"/>
  <p:tag name="KSO_WM_UNIT_LINE_FORE_SCHEMECOLOR_INDEX_1" val="5"/>
  <p:tag name="KSO_WM_UNIT_LINE_FORE_SCHEMECOLOR_INDEX_1_POS" val="0.09"/>
  <p:tag name="KSO_WM_UNIT_LINE_FORE_SCHEMECOLOR_INDEX_1_TRANS" val="0.3"/>
  <p:tag name="KSO_WM_DIAGRAM_MAX_ITEMCNT" val="4"/>
  <p:tag name="KSO_WM_DIAGRAM_MIN_ITEMCNT" val="2"/>
  <p:tag name="KSO_WM_DIAGRAM_VIRTUALLY_FRAME" val="{&quot;height&quot;:701.7018209890225,&quot;left&quot;:228.2,&quot;top&quot;:46.45007874015746,&quot;width&quot;:1247.0779394733697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gradient&quot;:[{&quot;brightness&quot;:0,&quot;colorType&quot;:2,&quot;pos&quot;:0.3700000047683716,&quot;rgb&quot;:&quot;#ffffff&quot;,&quot;transparency&quot;:0},{&quot;brightness&quot;:0.800000011920929,&quot;colorType&quot;:1,&quot;foreColorIndex&quot;:5,&quot;pos&quot;:0,&quot;transparency&quot;:0},{&quot;brightness&quot;:0,&quot;colorType&quot;:2,&quot;pos&quot;:1,&quot;rgb&quot;:&quot;#ffffff&quot;,&quot;transparency&quot;:0},{&quot;brightness&quot;:0.800000011920929,&quot;colorType&quot;:1,&quot;foreColorIndex&quot;:5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1_1"/>
  <p:tag name="KSO_WM_UNIT_ID" val="diagram20238181_3*n_h_h_i*1_2_1_1"/>
  <p:tag name="KSO_WM_TEMPLATE_CATEGORY" val="diagram"/>
  <p:tag name="KSO_WM_TEMPLATE_INDEX" val="20238181"/>
  <p:tag name="KSO_WM_UNIT_LAYERLEVEL" val="1_1_1_1"/>
  <p:tag name="KSO_WM_TAG_VERSION" val="3.0"/>
  <p:tag name="KSO_WM_BEAUTIFY_FLAG" val="#wm#"/>
  <p:tag name="KSO_WM_UNIT_PRESET_TEXT" val="0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68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701.7018209890225,&quot;left&quot;:228.2,&quot;top&quot;:46.45007874015746,&quot;width&quot;:1247.0779394733697}"/>
  <p:tag name="KSO_WM_DIAGRAM_COLOR_MATCH_VALUE" val="{&quot;shape&quot;:{&quot;fill&quot;:{&quot;type&quot;:0},&quot;glow&quot;:{&quot;colorType&quot;:0},&quot;line&quot;:{&quot;solidLine&quot;:{&quot;brightness&quot;:0.3499999940395355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1"/>
  <p:tag name="KSO_WM_UNIT_ID" val="diagram20238181_3*n_h_i*1_1_1"/>
  <p:tag name="KSO_WM_TEMPLATE_CATEGORY" val="diagram"/>
  <p:tag name="KSO_WM_TEMPLATE_INDEX" val="20238181"/>
  <p:tag name="KSO_WM_UNIT_LAYERLEVEL" val="1_1_1"/>
  <p:tag name="KSO_WM_TAG_VERSION" val="3.0"/>
  <p:tag name="KSO_WM_BEAUTIFY_FLAG" val="#wm#"/>
  <p:tag name="KSO_WM_UNIT_LINE_FORE_SCHEMECOLOR_INDEX" val="13"/>
  <p:tag name="KSO_WM_DIAGRAM_USE_COLOR_VALUE" val="{&quot;color_scheme&quot;:1,&quot;color_type&quot;:1,&quot;theme_color_indexes&quot;:[5,6,5,6,5,6]}"/>
</p:tagLst>
</file>

<file path=ppt/tags/tag69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LINE_FORE_SCHEMECOLOR_INDEX_1_BRIGHTNESS" val="0.95"/>
  <p:tag name="KSO_WM_UNIT_LINE_FORE_SCHEMECOLOR_INDEX_1" val="5"/>
  <p:tag name="KSO_WM_UNIT_LINE_FORE_SCHEMECOLOR_INDEX_1_POS" val="0.09"/>
  <p:tag name="KSO_WM_UNIT_LINE_FORE_SCHEMECOLOR_INDEX_1_TRANS" val="0.3"/>
  <p:tag name="KSO_WM_DIAGRAM_MAX_ITEMCNT" val="4"/>
  <p:tag name="KSO_WM_DIAGRAM_MIN_ITEMCNT" val="2"/>
  <p:tag name="KSO_WM_DIAGRAM_VIRTUALLY_FRAME" val="{&quot;height&quot;:701.7018209890225,&quot;left&quot;:228.2,&quot;top&quot;:46.45007874015746,&quot;width&quot;:1247.0779394733697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gradient&quot;:[{&quot;brightness&quot;:0,&quot;colorType&quot;:2,&quot;pos&quot;:0.3700000047683716,&quot;rgb&quot;:&quot;#ffffff&quot;,&quot;transparency&quot;:0},{&quot;brightness&quot;:0.550000011920929,&quot;colorType&quot;:1,&quot;foreColorIndex&quot;:5,&quot;pos&quot;:0,&quot;transparency&quot;:0},{&quot;brightness&quot;:0,&quot;colorType&quot;:2,&quot;pos&quot;:1,&quot;rgb&quot;:&quot;#ffffff&quot;,&quot;transparency&quot;:0},{&quot;brightness&quot;:0.699999988079071,&quot;colorType&quot;:1,&quot;foreColorIndex&quot;:5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3"/>
  <p:tag name="KSO_WM_DIAGRAM_COLOR_TEXT_CAN_REMOVE" val="n"/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a"/>
  <p:tag name="KSO_WM_UNIT_INDEX" val="1_1_1"/>
  <p:tag name="KSO_WM_UNIT_ID" val="diagram20238181_3*n_h_a*1_1_1"/>
  <p:tag name="KSO_WM_TEMPLATE_CATEGORY" val="diagram"/>
  <p:tag name="KSO_WM_TEMPLATE_INDEX" val="20238181"/>
  <p:tag name="KSO_WM_UNIT_LAYERLEVEL" val="1_1_1"/>
  <p:tag name="KSO_WM_TAG_VERSION" val="3.0"/>
  <p:tag name="KSO_WM_BEAUTIFY_FLAG" val="#wm#"/>
  <p:tag name="KSO_WM_UNIT_PRESET_TEXT" val="Your title here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70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LINE_FORE_SCHEMECOLOR_INDEX_1_BRIGHTNESS" val="0.95"/>
  <p:tag name="KSO_WM_UNIT_LINE_FORE_SCHEMECOLOR_INDEX_1" val="5"/>
  <p:tag name="KSO_WM_UNIT_LINE_FORE_SCHEMECOLOR_INDEX_1_POS" val="0.09"/>
  <p:tag name="KSO_WM_UNIT_LINE_FORE_SCHEMECOLOR_INDEX_1_TRANS" val="0.3"/>
  <p:tag name="KSO_WM_DIAGRAM_MAX_ITEMCNT" val="4"/>
  <p:tag name="KSO_WM_DIAGRAM_MIN_ITEMCNT" val="2"/>
  <p:tag name="KSO_WM_DIAGRAM_VIRTUALLY_FRAME" val="{&quot;height&quot;:701.7018209890225,&quot;left&quot;:228.2,&quot;top&quot;:46.45007874015746,&quot;width&quot;:1247.0779394733697}"/>
  <p:tag name="KSO_WM_DIAGRAM_COLOR_MATCH_VALUE" val="{&quot;shape&quot;:{&quot;fill&quot;:{&quot;solid&quot;:{&quot;brightness&quot;:0,&quot;colorType&quot;:1,&quot;foreColorIndex&quot;:10,&quot;transparency&quot;:0},&quot;type&quot;:1},&quot;glow&quot;:{&quot;colorType&quot;:0},&quot;line&quot;:{&quot;gradient&quot;:[{&quot;brightness&quot;:0,&quot;colorType&quot;:2,&quot;pos&quot;:0.3700000047683716,&quot;rgb&quot;:&quot;#ffffff&quot;,&quot;transparency&quot;:0},{&quot;brightness&quot;:0.800000011920929,&quot;colorType&quot;:1,&quot;foreColorIndex&quot;:10,&quot;pos&quot;:0,&quot;transparency&quot;:0},{&quot;brightness&quot;:0,&quot;colorType&quot;:2,&quot;pos&quot;:1,&quot;rgb&quot;:&quot;#ffffff&quot;,&quot;transparency&quot;:0},{&quot;brightness&quot;:0.800000011920929,&quot;colorType&quot;:1,&quot;foreColorIndex&quot;:10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3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3_1"/>
  <p:tag name="KSO_WM_UNIT_ID" val="diagram20238181_3*n_h_h_i*1_2_3_1"/>
  <p:tag name="KSO_WM_TEMPLATE_CATEGORY" val="diagram"/>
  <p:tag name="KSO_WM_TEMPLATE_INDEX" val="20238181"/>
  <p:tag name="KSO_WM_UNIT_LAYERLEVEL" val="1_1_1_1"/>
  <p:tag name="KSO_WM_TAG_VERSION" val="3.0"/>
  <p:tag name="KSO_WM_BEAUTIFY_FLAG" val="#wm#"/>
  <p:tag name="KSO_WM_UNIT_PRESET_TEXT" val="03"/>
  <p:tag name="KSO_WM_UNIT_FILL_TYPE" val="1"/>
  <p:tag name="KSO_WM_UNIT_FILL_FORE_SCHEMECOLOR_INDEX" val="10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71.xml><?xml version="1.0" encoding="utf-8"?>
<p:tagLst xmlns:p="http://schemas.openxmlformats.org/presentationml/2006/main">
  <p:tag name="resource_record_key" val="{&quot;70&quot;:[3318907,3318855,3319204,3312419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2655</Words>
  <Application>WPS Presentation</Application>
  <PresentationFormat>On-screen Show (4:3)</PresentationFormat>
  <Paragraphs>234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2" baseType="lpstr">
      <vt:lpstr>Arial</vt:lpstr>
      <vt:lpstr>SimSun</vt:lpstr>
      <vt:lpstr>Wingdings</vt:lpstr>
      <vt:lpstr>Poppins</vt:lpstr>
      <vt:lpstr>HK Modular</vt:lpstr>
      <vt:lpstr>Segoe Print</vt:lpstr>
      <vt:lpstr>Wingdings 3</vt:lpstr>
      <vt:lpstr>Times New Roman</vt:lpstr>
      <vt:lpstr>Trebuchet MS</vt:lpstr>
      <vt:lpstr>Times New Roman</vt:lpstr>
      <vt:lpstr>Wingdings</vt:lpstr>
      <vt:lpstr>Sriracha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Blue Modern Technology For Everyone Presentation</dc:title>
  <dc:creator/>
  <cp:lastModifiedBy>KIM HUONG</cp:lastModifiedBy>
  <cp:revision>28</cp:revision>
  <dcterms:created xsi:type="dcterms:W3CDTF">2006-08-16T00:00:00Z</dcterms:created>
  <dcterms:modified xsi:type="dcterms:W3CDTF">2026-07-06T15:28:55Z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D3FD5539880C460894D025A748BCCA2A_13</vt:lpwstr>
  </property>
  <property fmtid="{D5CDD505-2E9C-101B-9397-08002B2CF9AE}" pid="3" name="KSOProductBuildVer">
    <vt:lpwstr>1033-12.1.0.26880</vt:lpwstr>
  </property>
</Properties>
</file>